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91" r:id="rId10"/>
    <p:sldId id="292" r:id="rId11"/>
    <p:sldId id="266" r:id="rId12"/>
    <p:sldId id="267" r:id="rId13"/>
  </p:sldIdLst>
  <p:sldSz cx="10071100" cy="7556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B3E2B7-6A7A-4A96-B974-FA4DF74F40D8}" v="6" dt="2026-02-13T05:53:55.91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D1ECF9"/>
          </a:solidFill>
        </a:fill>
      </a:tcStyle>
    </a:wholeTbl>
    <a:band2H>
      <a:tcTxStyle/>
      <a:tcStyle>
        <a:tcBdr/>
        <a:fill>
          <a:solidFill>
            <a:srgbClr val="E9F6FC"/>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ff">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chemeClr val="accent3">
              <a:lumOff val="44000"/>
            </a:schemeClr>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450"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nt060904@outlook.com" userId="ab84983b28c5618d" providerId="LiveId" clId="{D6F9637E-343B-4369-90F3-E34BEE7FB3F5}"/>
    <pc:docChg chg="undo custSel addSld delSld modSld">
      <pc:chgData name="vedant060904@outlook.com" userId="ab84983b28c5618d" providerId="LiveId" clId="{D6F9637E-343B-4369-90F3-E34BEE7FB3F5}" dt="2026-02-13T05:54:17.387" v="114" actId="14100"/>
      <pc:docMkLst>
        <pc:docMk/>
      </pc:docMkLst>
      <pc:sldChg chg="modSp mod">
        <pc:chgData name="vedant060904@outlook.com" userId="ab84983b28c5618d" providerId="LiveId" clId="{D6F9637E-343B-4369-90F3-E34BEE7FB3F5}" dt="2026-02-13T05:44:24.751" v="11" actId="20577"/>
        <pc:sldMkLst>
          <pc:docMk/>
          <pc:sldMk cId="0" sldId="256"/>
        </pc:sldMkLst>
        <pc:spChg chg="mod">
          <ac:chgData name="vedant060904@outlook.com" userId="ab84983b28c5618d" providerId="LiveId" clId="{D6F9637E-343B-4369-90F3-E34BEE7FB3F5}" dt="2026-02-13T05:44:24.751" v="11" actId="20577"/>
          <ac:spMkLst>
            <pc:docMk/>
            <pc:sldMk cId="0" sldId="256"/>
            <ac:spMk id="187" creationId="{00000000-0000-0000-0000-000000000000}"/>
          </ac:spMkLst>
        </pc:spChg>
      </pc:sldChg>
      <pc:sldChg chg="modSp add del mod">
        <pc:chgData name="vedant060904@outlook.com" userId="ab84983b28c5618d" providerId="LiveId" clId="{D6F9637E-343B-4369-90F3-E34BEE7FB3F5}" dt="2026-02-13T05:49:11.067" v="13" actId="47"/>
        <pc:sldMkLst>
          <pc:docMk/>
          <pc:sldMk cId="0" sldId="259"/>
        </pc:sldMkLst>
        <pc:picChg chg="mod">
          <ac:chgData name="vedant060904@outlook.com" userId="ab84983b28c5618d" providerId="LiveId" clId="{D6F9637E-343B-4369-90F3-E34BEE7FB3F5}" dt="2026-02-13T04:11:51.922" v="2" actId="14100"/>
          <ac:picMkLst>
            <pc:docMk/>
            <pc:sldMk cId="0" sldId="259"/>
            <ac:picMk id="202" creationId="{00000000-0000-0000-0000-000000000000}"/>
          </ac:picMkLst>
        </pc:picChg>
      </pc:sldChg>
      <pc:sldChg chg="modSp mod">
        <pc:chgData name="vedant060904@outlook.com" userId="ab84983b28c5618d" providerId="LiveId" clId="{D6F9637E-343B-4369-90F3-E34BEE7FB3F5}" dt="2026-02-13T05:53:30.032" v="107" actId="20577"/>
        <pc:sldMkLst>
          <pc:docMk/>
          <pc:sldMk cId="0" sldId="262"/>
        </pc:sldMkLst>
        <pc:spChg chg="mod">
          <ac:chgData name="vedant060904@outlook.com" userId="ab84983b28c5618d" providerId="LiveId" clId="{D6F9637E-343B-4369-90F3-E34BEE7FB3F5}" dt="2026-02-13T05:53:30.032" v="107" actId="20577"/>
          <ac:spMkLst>
            <pc:docMk/>
            <pc:sldMk cId="0" sldId="262"/>
            <ac:spMk id="211" creationId="{00000000-0000-0000-0000-000000000000}"/>
          </ac:spMkLst>
        </pc:spChg>
      </pc:sldChg>
      <pc:sldChg chg="addSp delSp modSp mod">
        <pc:chgData name="vedant060904@outlook.com" userId="ab84983b28c5618d" providerId="LiveId" clId="{D6F9637E-343B-4369-90F3-E34BEE7FB3F5}" dt="2026-02-13T05:51:26.018" v="38" actId="14100"/>
        <pc:sldMkLst>
          <pc:docMk/>
          <pc:sldMk cId="0" sldId="263"/>
        </pc:sldMkLst>
        <pc:picChg chg="add mod">
          <ac:chgData name="vedant060904@outlook.com" userId="ab84983b28c5618d" providerId="LiveId" clId="{D6F9637E-343B-4369-90F3-E34BEE7FB3F5}" dt="2026-02-13T05:51:26.018" v="38" actId="14100"/>
          <ac:picMkLst>
            <pc:docMk/>
            <pc:sldMk cId="0" sldId="263"/>
            <ac:picMk id="2" creationId="{59C0E872-BD46-637A-25CD-5CE249662FB1}"/>
          </ac:picMkLst>
        </pc:picChg>
        <pc:picChg chg="del">
          <ac:chgData name="vedant060904@outlook.com" userId="ab84983b28c5618d" providerId="LiveId" clId="{D6F9637E-343B-4369-90F3-E34BEE7FB3F5}" dt="2026-02-13T05:49:20.153" v="14" actId="478"/>
          <ac:picMkLst>
            <pc:docMk/>
            <pc:sldMk cId="0" sldId="263"/>
            <ac:picMk id="214" creationId="{00000000-0000-0000-0000-000000000000}"/>
          </ac:picMkLst>
        </pc:picChg>
      </pc:sldChg>
      <pc:sldChg chg="delSp modSp del mod">
        <pc:chgData name="vedant060904@outlook.com" userId="ab84983b28c5618d" providerId="LiveId" clId="{D6F9637E-343B-4369-90F3-E34BEE7FB3F5}" dt="2026-02-13T05:52:14.717" v="47" actId="47"/>
        <pc:sldMkLst>
          <pc:docMk/>
          <pc:sldMk cId="0" sldId="264"/>
        </pc:sldMkLst>
        <pc:picChg chg="del mod">
          <ac:chgData name="vedant060904@outlook.com" userId="ab84983b28c5618d" providerId="LiveId" clId="{D6F9637E-343B-4369-90F3-E34BEE7FB3F5}" dt="2026-02-13T05:52:06.127" v="46" actId="478"/>
          <ac:picMkLst>
            <pc:docMk/>
            <pc:sldMk cId="0" sldId="264"/>
            <ac:picMk id="216" creationId="{00000000-0000-0000-0000-000000000000}"/>
          </ac:picMkLst>
        </pc:picChg>
      </pc:sldChg>
      <pc:sldChg chg="addSp delSp modSp mod">
        <pc:chgData name="vedant060904@outlook.com" userId="ab84983b28c5618d" providerId="LiveId" clId="{D6F9637E-343B-4369-90F3-E34BEE7FB3F5}" dt="2026-02-13T05:54:17.387" v="114" actId="14100"/>
        <pc:sldMkLst>
          <pc:docMk/>
          <pc:sldMk cId="0" sldId="266"/>
        </pc:sldMkLst>
        <pc:picChg chg="add mod">
          <ac:chgData name="vedant060904@outlook.com" userId="ab84983b28c5618d" providerId="LiveId" clId="{D6F9637E-343B-4369-90F3-E34BEE7FB3F5}" dt="2026-02-13T05:54:17.387" v="114" actId="14100"/>
          <ac:picMkLst>
            <pc:docMk/>
            <pc:sldMk cId="0" sldId="266"/>
            <ac:picMk id="2" creationId="{15D6FCEE-E530-1D41-68AE-955B59490422}"/>
          </ac:picMkLst>
        </pc:picChg>
        <pc:picChg chg="del">
          <ac:chgData name="vedant060904@outlook.com" userId="ab84983b28c5618d" providerId="LiveId" clId="{D6F9637E-343B-4369-90F3-E34BEE7FB3F5}" dt="2026-02-13T05:53:36.809" v="108" actId="478"/>
          <ac:picMkLst>
            <pc:docMk/>
            <pc:sldMk cId="0" sldId="266"/>
            <ac:picMk id="9" creationId="{CFA6F0CF-7787-E844-EF24-2315CA4B754A}"/>
          </ac:picMkLst>
        </pc:picChg>
      </pc:sldChg>
      <pc:sldChg chg="del">
        <pc:chgData name="vedant060904@outlook.com" userId="ab84983b28c5618d" providerId="LiveId" clId="{D6F9637E-343B-4369-90F3-E34BEE7FB3F5}" dt="2026-02-13T05:52:14.803" v="48" actId="47"/>
        <pc:sldMkLst>
          <pc:docMk/>
          <pc:sldMk cId="1969969826" sldId="289"/>
        </pc:sldMkLst>
      </pc:sldChg>
      <pc:sldChg chg="new add del">
        <pc:chgData name="vedant060904@outlook.com" userId="ab84983b28c5618d" providerId="LiveId" clId="{D6F9637E-343B-4369-90F3-E34BEE7FB3F5}" dt="2026-02-13T05:50:55.781" v="31" actId="47"/>
        <pc:sldMkLst>
          <pc:docMk/>
          <pc:sldMk cId="2467109931" sldId="290"/>
        </pc:sldMkLst>
      </pc:sldChg>
      <pc:sldChg chg="addSp modSp new del mod">
        <pc:chgData name="vedant060904@outlook.com" userId="ab84983b28c5618d" providerId="LiveId" clId="{D6F9637E-343B-4369-90F3-E34BEE7FB3F5}" dt="2026-02-13T05:50:49.374" v="28" actId="680"/>
        <pc:sldMkLst>
          <pc:docMk/>
          <pc:sldMk cId="3720287594" sldId="290"/>
        </pc:sldMkLst>
        <pc:spChg chg="mod">
          <ac:chgData name="vedant060904@outlook.com" userId="ab84983b28c5618d" providerId="LiveId" clId="{D6F9637E-343B-4369-90F3-E34BEE7FB3F5}" dt="2026-02-13T05:50:46.370" v="25" actId="14100"/>
          <ac:spMkLst>
            <pc:docMk/>
            <pc:sldMk cId="3720287594" sldId="290"/>
            <ac:spMk id="2" creationId="{60AB2ED7-10CF-2AF3-7D75-A3900EFFA652}"/>
          </ac:spMkLst>
        </pc:spChg>
        <pc:picChg chg="add mod">
          <ac:chgData name="vedant060904@outlook.com" userId="ab84983b28c5618d" providerId="LiveId" clId="{D6F9637E-343B-4369-90F3-E34BEE7FB3F5}" dt="2026-02-13T05:50:49.066" v="27"/>
          <ac:picMkLst>
            <pc:docMk/>
            <pc:sldMk cId="3720287594" sldId="290"/>
            <ac:picMk id="4" creationId="{A7570D43-5A17-447A-B8F7-A62F3BF9E32A}"/>
          </ac:picMkLst>
        </pc:picChg>
      </pc:sldChg>
      <pc:sldChg chg="addSp delSp modSp add mod">
        <pc:chgData name="vedant060904@outlook.com" userId="ab84983b28c5618d" providerId="LiveId" clId="{D6F9637E-343B-4369-90F3-E34BEE7FB3F5}" dt="2026-02-13T05:51:19.128" v="37" actId="14100"/>
        <pc:sldMkLst>
          <pc:docMk/>
          <pc:sldMk cId="3846088617" sldId="291"/>
        </pc:sldMkLst>
        <pc:picChg chg="del">
          <ac:chgData name="vedant060904@outlook.com" userId="ab84983b28c5618d" providerId="LiveId" clId="{D6F9637E-343B-4369-90F3-E34BEE7FB3F5}" dt="2026-02-13T05:51:01.924" v="32" actId="478"/>
          <ac:picMkLst>
            <pc:docMk/>
            <pc:sldMk cId="3846088617" sldId="291"/>
            <ac:picMk id="2" creationId="{0ADD16FE-FA1A-4A95-1AAF-6ED3D61A742E}"/>
          </ac:picMkLst>
        </pc:picChg>
        <pc:picChg chg="add mod">
          <ac:chgData name="vedant060904@outlook.com" userId="ab84983b28c5618d" providerId="LiveId" clId="{D6F9637E-343B-4369-90F3-E34BEE7FB3F5}" dt="2026-02-13T05:51:19.128" v="37" actId="14100"/>
          <ac:picMkLst>
            <pc:docMk/>
            <pc:sldMk cId="3846088617" sldId="291"/>
            <ac:picMk id="3" creationId="{4AB8478A-168C-5882-EE8F-69FCCA04BDD9}"/>
          </ac:picMkLst>
        </pc:picChg>
      </pc:sldChg>
      <pc:sldChg chg="addSp delSp modSp add mod">
        <pc:chgData name="vedant060904@outlook.com" userId="ab84983b28c5618d" providerId="LiveId" clId="{D6F9637E-343B-4369-90F3-E34BEE7FB3F5}" dt="2026-02-13T05:51:48.890" v="43" actId="14100"/>
        <pc:sldMkLst>
          <pc:docMk/>
          <pc:sldMk cId="201395615" sldId="292"/>
        </pc:sldMkLst>
        <pc:picChg chg="add mod">
          <ac:chgData name="vedant060904@outlook.com" userId="ab84983b28c5618d" providerId="LiveId" clId="{D6F9637E-343B-4369-90F3-E34BEE7FB3F5}" dt="2026-02-13T05:51:48.890" v="43" actId="14100"/>
          <ac:picMkLst>
            <pc:docMk/>
            <pc:sldMk cId="201395615" sldId="292"/>
            <ac:picMk id="2" creationId="{D42BBEAD-B72B-2D6A-BF05-0A42A78AFE5E}"/>
          </ac:picMkLst>
        </pc:picChg>
        <pc:picChg chg="del">
          <ac:chgData name="vedant060904@outlook.com" userId="ab84983b28c5618d" providerId="LiveId" clId="{D6F9637E-343B-4369-90F3-E34BEE7FB3F5}" dt="2026-02-13T05:51:33.707" v="40" actId="478"/>
          <ac:picMkLst>
            <pc:docMk/>
            <pc:sldMk cId="201395615" sldId="292"/>
            <ac:picMk id="3" creationId="{56365457-4E92-C619-BF38-CB171CD85A4B}"/>
          </ac:picMkLst>
        </pc:picChg>
      </pc:sldChg>
      <pc:sldMasterChg chg="delSldLayout">
        <pc:chgData name="vedant060904@outlook.com" userId="ab84983b28c5618d" providerId="LiveId" clId="{D6F9637E-343B-4369-90F3-E34BEE7FB3F5}" dt="2026-02-13T05:52:14.803" v="48" actId="47"/>
        <pc:sldMasterMkLst>
          <pc:docMk/>
          <pc:sldMasterMk cId="0" sldId="2147483648"/>
        </pc:sldMasterMkLst>
        <pc:sldLayoutChg chg="del">
          <pc:chgData name="vedant060904@outlook.com" userId="ab84983b28c5618d" providerId="LiveId" clId="{D6F9637E-343B-4369-90F3-E34BEE7FB3F5}" dt="2026-02-13T05:52:14.717" v="47" actId="47"/>
          <pc:sldLayoutMkLst>
            <pc:docMk/>
            <pc:sldMasterMk cId="0" sldId="2147483648"/>
            <pc:sldLayoutMk cId="0" sldId="2147483658"/>
          </pc:sldLayoutMkLst>
        </pc:sldLayoutChg>
        <pc:sldLayoutChg chg="del">
          <pc:chgData name="vedant060904@outlook.com" userId="ab84983b28c5618d" providerId="LiveId" clId="{D6F9637E-343B-4369-90F3-E34BEE7FB3F5}" dt="2026-02-13T05:52:14.803" v="48" actId="47"/>
          <pc:sldLayoutMkLst>
            <pc:docMk/>
            <pc:sldMasterMk cId="0" sldId="2147483648"/>
            <pc:sldLayoutMk cId="2261276597" sldId="214748366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4" name="Shape 184"/>
          <p:cNvSpPr>
            <a:spLocks noGrp="1" noRot="1" noChangeAspect="1"/>
          </p:cNvSpPr>
          <p:nvPr>
            <p:ph type="sldImg"/>
          </p:nvPr>
        </p:nvSpPr>
        <p:spPr>
          <a:xfrm>
            <a:off x="1143000" y="685800"/>
            <a:ext cx="4572000" cy="3429000"/>
          </a:xfrm>
          <a:prstGeom prst="rect">
            <a:avLst/>
          </a:prstGeom>
        </p:spPr>
        <p:txBody>
          <a:bodyPr/>
          <a:lstStyle/>
          <a:p>
            <a:endParaRPr/>
          </a:p>
        </p:txBody>
      </p:sp>
      <p:sp>
        <p:nvSpPr>
          <p:cNvPr id="185" name="Shape 18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23" name="Body Level One…"/>
          <p:cNvSpPr txBox="1">
            <a:spLocks noGrp="1"/>
          </p:cNvSpPr>
          <p:nvPr>
            <p:ph type="body" sz="half" idx="1"/>
          </p:nvPr>
        </p:nvSpPr>
        <p:spPr>
          <a:xfrm>
            <a:off x="671512" y="2381250"/>
            <a:ext cx="6997701" cy="4278313"/>
          </a:xfrm>
          <a:prstGeom prst="rect">
            <a:avLst/>
          </a:prstGeom>
        </p:spPr>
        <p:txBody>
          <a:bodyPr>
            <a:normAutofit/>
          </a:bodyPr>
          <a:lstStyle>
            <a:lvl1pPr indent="-320040"/>
            <a:lvl2pPr marL="952051" indent="-357691"/>
            <a:lvl3pPr marL="1456943" indent="-405382"/>
            <a:lvl4pPr marL="1976510" indent="-467749"/>
            <a:lvl5pPr marL="2433710" indent="-467749"/>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31"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32" name="Body Level One…"/>
          <p:cNvSpPr txBox="1">
            <a:spLocks noGrp="1"/>
          </p:cNvSpPr>
          <p:nvPr>
            <p:ph type="body" sz="half" idx="1"/>
          </p:nvPr>
        </p:nvSpPr>
        <p:spPr>
          <a:xfrm>
            <a:off x="671512" y="2381250"/>
            <a:ext cx="6997701" cy="4278313"/>
          </a:xfrm>
          <a:prstGeom prst="rect">
            <a:avLst/>
          </a:prstGeom>
        </p:spPr>
        <p:txBody>
          <a:bodyPr>
            <a:normAutofit/>
          </a:bodyPr>
          <a:lstStyle>
            <a:lvl1pPr indent="-320040"/>
            <a:lvl2pPr marL="952051" indent="-357691"/>
            <a:lvl3pPr marL="1456943" indent="-405382"/>
            <a:lvl4pPr marL="1976510" indent="-467749"/>
            <a:lvl5pPr marL="2433710" indent="-467749"/>
          </a:lstStyle>
          <a:p>
            <a:r>
              <a:t>Body Level One</a:t>
            </a:r>
          </a:p>
          <a:p>
            <a:pPr lvl="1"/>
            <a:r>
              <a:t>Body Level Two</a:t>
            </a:r>
          </a:p>
          <a:p>
            <a:pPr lvl="2"/>
            <a:r>
              <a:t>Body Level Three</a:t>
            </a:r>
          </a:p>
          <a:p>
            <a:pPr lvl="3"/>
            <a:r>
              <a:t>Body Level Four</a:t>
            </a:r>
          </a:p>
          <a:p>
            <a:pPr lvl="4"/>
            <a:r>
              <a:t>Body Level Five</a:t>
            </a:r>
          </a:p>
        </p:txBody>
      </p:sp>
      <p:sp>
        <p:nvSpPr>
          <p:cNvPr id="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40" name="Title Text"/>
          <p:cNvSpPr txBox="1">
            <a:spLocks noGrp="1"/>
          </p:cNvSpPr>
          <p:nvPr>
            <p:ph type="title"/>
          </p:nvPr>
        </p:nvSpPr>
        <p:spPr>
          <a:xfrm rot="5400000">
            <a:off x="4234731" y="3026811"/>
            <a:ext cx="5788753" cy="1079073"/>
          </a:xfrm>
          <a:prstGeom prst="rect">
            <a:avLst/>
          </a:prstGeom>
        </p:spPr>
        <p:txBody>
          <a:bodyPr anchor="ctr">
            <a:normAutofit/>
          </a:bodyPr>
          <a:lstStyle/>
          <a:p>
            <a:r>
              <a:t>Title Text</a:t>
            </a:r>
          </a:p>
        </p:txBody>
      </p:sp>
      <p:sp>
        <p:nvSpPr>
          <p:cNvPr id="41" name="Body Level One…"/>
          <p:cNvSpPr txBox="1">
            <a:spLocks noGrp="1"/>
          </p:cNvSpPr>
          <p:nvPr>
            <p:ph type="body" idx="1"/>
          </p:nvPr>
        </p:nvSpPr>
        <p:spPr>
          <a:xfrm rot="5400000">
            <a:off x="641242" y="702769"/>
            <a:ext cx="5788754" cy="5727157"/>
          </a:xfrm>
          <a:prstGeom prst="rect">
            <a:avLst/>
          </a:prstGeom>
        </p:spPr>
        <p:txBody>
          <a:bodyPr>
            <a:normAutofit/>
          </a:bodyPr>
          <a:lstStyle>
            <a:lvl1pPr indent="-320040"/>
            <a:lvl2pPr marL="952051" indent="-357691"/>
            <a:lvl3pPr marL="1456943" indent="-405382"/>
            <a:lvl4pPr marL="1976510" indent="-467749"/>
            <a:lvl5pPr marL="2433710" indent="-467749"/>
          </a:lstStyle>
          <a:p>
            <a:r>
              <a:t>Body Level One</a:t>
            </a:r>
          </a:p>
          <a:p>
            <a:pPr lvl="1"/>
            <a:r>
              <a:t>Body Level Two</a:t>
            </a:r>
          </a:p>
          <a:p>
            <a:pPr lvl="2"/>
            <a:r>
              <a:t>Body Level Three</a:t>
            </a:r>
          </a:p>
          <a:p>
            <a:pPr lvl="3"/>
            <a:r>
              <a:t>Body Level Four</a:t>
            </a:r>
          </a:p>
          <a:p>
            <a:pPr lvl="4"/>
            <a:r>
              <a:t>Body Level Five</a:t>
            </a:r>
          </a:p>
        </p:txBody>
      </p:sp>
      <p:sp>
        <p:nvSpPr>
          <p:cNvPr id="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49"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50" name="Body Level One…"/>
          <p:cNvSpPr txBox="1">
            <a:spLocks noGrp="1"/>
          </p:cNvSpPr>
          <p:nvPr>
            <p:ph type="body" sz="half" idx="1"/>
          </p:nvPr>
        </p:nvSpPr>
        <p:spPr>
          <a:xfrm rot="5400000">
            <a:off x="2031206" y="1021555"/>
            <a:ext cx="4278313" cy="6997701"/>
          </a:xfrm>
          <a:prstGeom prst="rect">
            <a:avLst/>
          </a:prstGeom>
        </p:spPr>
        <p:txBody>
          <a:bodyPr>
            <a:normAutofit/>
          </a:bodyPr>
          <a:lstStyle>
            <a:lvl1pPr indent="-320040"/>
            <a:lvl2pPr marL="952051" indent="-357691"/>
            <a:lvl3pPr marL="1456943" indent="-405382"/>
            <a:lvl4pPr marL="1976510" indent="-467749"/>
            <a:lvl5pPr marL="2433710" indent="-467749"/>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rue or False">
    <p:spTree>
      <p:nvGrpSpPr>
        <p:cNvPr id="1" name=""/>
        <p:cNvGrpSpPr/>
        <p:nvPr/>
      </p:nvGrpSpPr>
      <p:grpSpPr>
        <a:xfrm>
          <a:off x="0" y="0"/>
          <a:ext cx="0" cy="0"/>
          <a:chOff x="0" y="0"/>
          <a:chExt cx="0" cy="0"/>
        </a:xfrm>
      </p:grpSpPr>
      <p:sp>
        <p:nvSpPr>
          <p:cNvPr id="58" name="Title Text"/>
          <p:cNvSpPr txBox="1">
            <a:spLocks noGrp="1"/>
          </p:cNvSpPr>
          <p:nvPr>
            <p:ph type="title"/>
          </p:nvPr>
        </p:nvSpPr>
        <p:spPr>
          <a:xfrm>
            <a:off x="678930" y="671970"/>
            <a:ext cx="6991026" cy="3331859"/>
          </a:xfrm>
          <a:prstGeom prst="rect">
            <a:avLst/>
          </a:prstGeom>
        </p:spPr>
        <p:txBody>
          <a:bodyPr anchor="ctr">
            <a:normAutofit/>
          </a:bodyPr>
          <a:lstStyle>
            <a:lvl1pPr>
              <a:defRPr sz="4800"/>
            </a:lvl1pPr>
          </a:lstStyle>
          <a:p>
            <a:r>
              <a:t>Title Text</a:t>
            </a:r>
          </a:p>
        </p:txBody>
      </p:sp>
      <p:sp>
        <p:nvSpPr>
          <p:cNvPr id="59" name="Body Level One…"/>
          <p:cNvSpPr txBox="1">
            <a:spLocks noGrp="1"/>
          </p:cNvSpPr>
          <p:nvPr>
            <p:ph type="body" sz="quarter" idx="1"/>
          </p:nvPr>
        </p:nvSpPr>
        <p:spPr>
          <a:xfrm>
            <a:off x="672038" y="4423809"/>
            <a:ext cx="6997917" cy="566864"/>
          </a:xfrm>
          <a:prstGeom prst="rect">
            <a:avLst/>
          </a:prstGeom>
        </p:spPr>
        <p:txBody>
          <a:bodyPr anchor="b">
            <a:normAutofit/>
          </a:bodyPr>
          <a:lstStyle>
            <a:lvl1pPr marL="228600" indent="0">
              <a:buClrTx/>
              <a:buSzTx/>
              <a:buFontTx/>
              <a:buNone/>
              <a:defRPr sz="2600">
                <a:solidFill>
                  <a:schemeClr val="accent1"/>
                </a:solidFill>
              </a:defRPr>
            </a:lvl1pPr>
            <a:lvl2pPr marL="228600" indent="457200">
              <a:buClrTx/>
              <a:buSzTx/>
              <a:buFontTx/>
              <a:buNone/>
              <a:defRPr sz="2600">
                <a:solidFill>
                  <a:schemeClr val="accent1"/>
                </a:solidFill>
              </a:defRPr>
            </a:lvl2pPr>
            <a:lvl3pPr marL="228600" indent="914400">
              <a:buClrTx/>
              <a:buSzTx/>
              <a:buFontTx/>
              <a:buNone/>
              <a:defRPr sz="2600">
                <a:solidFill>
                  <a:schemeClr val="accent1"/>
                </a:solidFill>
              </a:defRPr>
            </a:lvl3pPr>
            <a:lvl4pPr marL="228600" indent="1371600">
              <a:buClrTx/>
              <a:buSzTx/>
              <a:buFontTx/>
              <a:buNone/>
              <a:defRPr sz="2600">
                <a:solidFill>
                  <a:schemeClr val="accent1"/>
                </a:solidFill>
              </a:defRPr>
            </a:lvl4pPr>
            <a:lvl5pPr marL="228600" indent="1828800">
              <a:buClrTx/>
              <a:buSzTx/>
              <a:buFontTx/>
              <a:buNone/>
              <a:defRPr sz="26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60" name="Google Shape;70;p22"/>
          <p:cNvSpPr txBox="1">
            <a:spLocks noGrp="1"/>
          </p:cNvSpPr>
          <p:nvPr>
            <p:ph type="body" sz="quarter" idx="21"/>
          </p:nvPr>
        </p:nvSpPr>
        <p:spPr>
          <a:xfrm>
            <a:off x="672040" y="4990672"/>
            <a:ext cx="6997914" cy="1668811"/>
          </a:xfrm>
          <a:prstGeom prst="rect">
            <a:avLst/>
          </a:prstGeom>
        </p:spPr>
        <p:txBody>
          <a:bodyPr>
            <a:normAutofit/>
          </a:bodyPr>
          <a:lstStyle/>
          <a:p>
            <a:pPr marL="228600" indent="0">
              <a:buClrTx/>
              <a:buSzTx/>
              <a:buFontTx/>
              <a:buNone/>
              <a:defRPr>
                <a:solidFill>
                  <a:srgbClr val="7F7F7F"/>
                </a:solidFill>
              </a:defRPr>
            </a:pPr>
            <a:endParaRP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Name Card">
    <p:spTree>
      <p:nvGrpSpPr>
        <p:cNvPr id="1" name=""/>
        <p:cNvGrpSpPr/>
        <p:nvPr/>
      </p:nvGrpSpPr>
      <p:grpSpPr>
        <a:xfrm>
          <a:off x="0" y="0"/>
          <a:ext cx="0" cy="0"/>
          <a:chOff x="0" y="0"/>
          <a:chExt cx="0" cy="0"/>
        </a:xfrm>
      </p:grpSpPr>
      <p:sp>
        <p:nvSpPr>
          <p:cNvPr id="68" name="Title Text"/>
          <p:cNvSpPr txBox="1">
            <a:spLocks noGrp="1"/>
          </p:cNvSpPr>
          <p:nvPr>
            <p:ph type="title"/>
          </p:nvPr>
        </p:nvSpPr>
        <p:spPr>
          <a:xfrm>
            <a:off x="672039" y="2129658"/>
            <a:ext cx="6997916" cy="2861015"/>
          </a:xfrm>
          <a:prstGeom prst="rect">
            <a:avLst/>
          </a:prstGeom>
        </p:spPr>
        <p:txBody>
          <a:bodyPr anchor="b">
            <a:normAutofit/>
          </a:bodyPr>
          <a:lstStyle>
            <a:lvl1pPr>
              <a:defRPr sz="4800"/>
            </a:lvl1pPr>
          </a:lstStyle>
          <a:p>
            <a:r>
              <a:t>Title Text</a:t>
            </a:r>
          </a:p>
        </p:txBody>
      </p:sp>
      <p:sp>
        <p:nvSpPr>
          <p:cNvPr id="69" name="Body Level One…"/>
          <p:cNvSpPr txBox="1">
            <a:spLocks noGrp="1"/>
          </p:cNvSpPr>
          <p:nvPr>
            <p:ph type="body" sz="quarter" idx="1"/>
          </p:nvPr>
        </p:nvSpPr>
        <p:spPr>
          <a:xfrm>
            <a:off x="672039" y="4990672"/>
            <a:ext cx="6997916" cy="1668811"/>
          </a:xfrm>
          <a:prstGeom prst="rect">
            <a:avLst/>
          </a:prstGeom>
        </p:spPr>
        <p:txBody>
          <a:bodyPr>
            <a:normAutofit/>
          </a:bodyPr>
          <a:lstStyle>
            <a:lvl1pPr marL="228600" indent="0">
              <a:buClrTx/>
              <a:buSzTx/>
              <a:buFontTx/>
              <a:buNone/>
              <a:defRPr>
                <a:solidFill>
                  <a:srgbClr val="3F3F3F"/>
                </a:solidFill>
              </a:defRPr>
            </a:lvl1pPr>
            <a:lvl2pPr marL="228600" indent="457200">
              <a:buClrTx/>
              <a:buSzTx/>
              <a:buFontTx/>
              <a:buNone/>
              <a:defRPr>
                <a:solidFill>
                  <a:srgbClr val="3F3F3F"/>
                </a:solidFill>
              </a:defRPr>
            </a:lvl2pPr>
            <a:lvl3pPr marL="228600" indent="914400">
              <a:buClrTx/>
              <a:buSzTx/>
              <a:buFontTx/>
              <a:buNone/>
              <a:defRPr>
                <a:solidFill>
                  <a:srgbClr val="3F3F3F"/>
                </a:solidFill>
              </a:defRPr>
            </a:lvl3pPr>
            <a:lvl4pPr marL="228600" indent="1371600">
              <a:buClrTx/>
              <a:buSzTx/>
              <a:buFontTx/>
              <a:buNone/>
              <a:defRPr>
                <a:solidFill>
                  <a:srgbClr val="3F3F3F"/>
                </a:solidFill>
              </a:defRPr>
            </a:lvl4pPr>
            <a:lvl5pPr marL="228600" indent="1828800">
              <a:buClrTx/>
              <a:buSzTx/>
              <a:buFontTx/>
              <a:buNone/>
              <a:defRPr>
                <a:solidFill>
                  <a:srgbClr val="3F3F3F"/>
                </a:solidFill>
              </a:defRPr>
            </a:lvl5pPr>
          </a:lstStyle>
          <a:p>
            <a:r>
              <a:t>Body Level One</a:t>
            </a:r>
          </a:p>
          <a:p>
            <a:pPr lvl="1"/>
            <a:r>
              <a:t>Body Level Two</a:t>
            </a:r>
          </a:p>
          <a:p>
            <a:pPr lvl="2"/>
            <a:r>
              <a:t>Body Level Three</a:t>
            </a:r>
          </a:p>
          <a:p>
            <a:pPr lvl="3"/>
            <a:r>
              <a:t>Body Level Four</a:t>
            </a:r>
          </a:p>
          <a:p>
            <a:pPr lvl="4"/>
            <a:r>
              <a:t>Body Level Five</a:t>
            </a: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nd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672042" y="671970"/>
            <a:ext cx="6997914" cy="3751840"/>
          </a:xfrm>
          <a:prstGeom prst="rect">
            <a:avLst/>
          </a:prstGeom>
        </p:spPr>
        <p:txBody>
          <a:bodyPr anchor="ctr">
            <a:normAutofit/>
          </a:bodyPr>
          <a:lstStyle>
            <a:lvl1pPr>
              <a:defRPr sz="4800"/>
            </a:lvl1pPr>
          </a:lstStyle>
          <a:p>
            <a:r>
              <a:t>Title Text</a:t>
            </a:r>
          </a:p>
        </p:txBody>
      </p:sp>
      <p:sp>
        <p:nvSpPr>
          <p:cNvPr id="78" name="Body Level One…"/>
          <p:cNvSpPr txBox="1">
            <a:spLocks noGrp="1"/>
          </p:cNvSpPr>
          <p:nvPr>
            <p:ph type="body" sz="quarter" idx="1"/>
          </p:nvPr>
        </p:nvSpPr>
        <p:spPr>
          <a:xfrm>
            <a:off x="672042" y="4927787"/>
            <a:ext cx="6997914" cy="1731697"/>
          </a:xfrm>
          <a:prstGeom prst="rect">
            <a:avLst/>
          </a:prstGeom>
        </p:spPr>
        <p:txBody>
          <a:bodyPr anchor="ctr">
            <a:normAutofit/>
          </a:bodyPr>
          <a:lstStyle>
            <a:lvl1pPr marL="228600" indent="0">
              <a:buClrTx/>
              <a:buSzTx/>
              <a:buFontTx/>
              <a:buNone/>
              <a:defRPr>
                <a:solidFill>
                  <a:srgbClr val="3F3F3F"/>
                </a:solidFill>
              </a:defRPr>
            </a:lvl1pPr>
            <a:lvl2pPr marL="228600" indent="457200">
              <a:buClrTx/>
              <a:buSzTx/>
              <a:buFontTx/>
              <a:buNone/>
              <a:defRPr>
                <a:solidFill>
                  <a:srgbClr val="3F3F3F"/>
                </a:solidFill>
              </a:defRPr>
            </a:lvl2pPr>
            <a:lvl3pPr marL="228600" indent="914400">
              <a:buClrTx/>
              <a:buSzTx/>
              <a:buFontTx/>
              <a:buNone/>
              <a:defRPr>
                <a:solidFill>
                  <a:srgbClr val="3F3F3F"/>
                </a:solidFill>
              </a:defRPr>
            </a:lvl3pPr>
            <a:lvl4pPr marL="228600" indent="1371600">
              <a:buClrTx/>
              <a:buSzTx/>
              <a:buFontTx/>
              <a:buNone/>
              <a:defRPr>
                <a:solidFill>
                  <a:srgbClr val="3F3F3F"/>
                </a:solidFill>
              </a:defRPr>
            </a:lvl4pPr>
            <a:lvl5pPr marL="228600" indent="1828800">
              <a:buClrTx/>
              <a:buSzTx/>
              <a:buFontTx/>
              <a:buNone/>
              <a:defRPr>
                <a:solidFill>
                  <a:srgbClr val="3F3F3F"/>
                </a:solidFill>
              </a:defRPr>
            </a:lvl5pPr>
          </a:lstStyle>
          <a:p>
            <a:r>
              <a:t>Body Level One</a:t>
            </a:r>
          </a:p>
          <a:p>
            <a:pPr lvl="1"/>
            <a:r>
              <a:t>Body Level Two</a:t>
            </a:r>
          </a:p>
          <a:p>
            <a:pPr lvl="2"/>
            <a:r>
              <a:t>Body Level Three</a:t>
            </a:r>
          </a:p>
          <a:p>
            <a:pPr lvl="3"/>
            <a:r>
              <a:t>Body Level Four</a:t>
            </a:r>
          </a:p>
          <a:p>
            <a:pPr lvl="4"/>
            <a:r>
              <a:t>Body Level Five</a:t>
            </a: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6" name="Title Text"/>
          <p:cNvSpPr txBox="1">
            <a:spLocks noGrp="1"/>
          </p:cNvSpPr>
          <p:nvPr>
            <p:ph type="title"/>
          </p:nvPr>
        </p:nvSpPr>
        <p:spPr>
          <a:xfrm>
            <a:off x="672041" y="5291771"/>
            <a:ext cx="6997914" cy="624725"/>
          </a:xfrm>
          <a:prstGeom prst="rect">
            <a:avLst/>
          </a:prstGeom>
        </p:spPr>
        <p:txBody>
          <a:bodyPr anchor="b">
            <a:normAutofit/>
          </a:bodyPr>
          <a:lstStyle>
            <a:lvl1pPr>
              <a:defRPr sz="2600"/>
            </a:lvl1pPr>
          </a:lstStyle>
          <a:p>
            <a:r>
              <a:t>Title Text</a:t>
            </a:r>
          </a:p>
        </p:txBody>
      </p:sp>
      <p:sp>
        <p:nvSpPr>
          <p:cNvPr id="87" name="Google Shape;88;p25"/>
          <p:cNvSpPr>
            <a:spLocks noGrp="1"/>
          </p:cNvSpPr>
          <p:nvPr>
            <p:ph type="pic" sz="half" idx="21"/>
          </p:nvPr>
        </p:nvSpPr>
        <p:spPr>
          <a:xfrm>
            <a:off x="672041" y="671970"/>
            <a:ext cx="6997914" cy="4239194"/>
          </a:xfrm>
          <a:prstGeom prst="rect">
            <a:avLst/>
          </a:prstGeom>
        </p:spPr>
        <p:txBody>
          <a:bodyPr lIns="91439" tIns="45719" rIns="91439" bIns="45719"/>
          <a:lstStyle/>
          <a:p>
            <a:endParaRPr/>
          </a:p>
        </p:txBody>
      </p:sp>
      <p:sp>
        <p:nvSpPr>
          <p:cNvPr id="88" name="Body Level One…"/>
          <p:cNvSpPr txBox="1">
            <a:spLocks noGrp="1"/>
          </p:cNvSpPr>
          <p:nvPr>
            <p:ph type="body" sz="quarter" idx="1"/>
          </p:nvPr>
        </p:nvSpPr>
        <p:spPr>
          <a:xfrm>
            <a:off x="672041" y="5916495"/>
            <a:ext cx="6997914" cy="742988"/>
          </a:xfrm>
          <a:prstGeom prst="rect">
            <a:avLst/>
          </a:prstGeom>
        </p:spPr>
        <p:txBody>
          <a:bodyPr>
            <a:normAutofit/>
          </a:bodyPr>
          <a:lstStyle>
            <a:lvl1pPr marL="228600" indent="0">
              <a:buClrTx/>
              <a:buSzTx/>
              <a:buFontTx/>
              <a:buNone/>
              <a:defRPr sz="1300"/>
            </a:lvl1pPr>
            <a:lvl2pPr marL="228600" indent="457200">
              <a:buClrTx/>
              <a:buSzTx/>
              <a:buFontTx/>
              <a:buNone/>
              <a:defRPr sz="1300"/>
            </a:lvl2pPr>
            <a:lvl3pPr marL="228600" indent="914400">
              <a:buClrTx/>
              <a:buSzTx/>
              <a:buFontTx/>
              <a:buNone/>
              <a:defRPr sz="1300"/>
            </a:lvl3pPr>
            <a:lvl4pPr marL="228600" indent="1371600">
              <a:buClrTx/>
              <a:buSzTx/>
              <a:buFontTx/>
              <a:buNone/>
              <a:defRPr sz="1300"/>
            </a:lvl4pPr>
            <a:lvl5pPr marL="228600" indent="1828800">
              <a:buClrTx/>
              <a:buSzTx/>
              <a:buFontTx/>
              <a:buNone/>
              <a:defRPr sz="1300"/>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96" name="Title Text"/>
          <p:cNvSpPr txBox="1">
            <a:spLocks noGrp="1"/>
          </p:cNvSpPr>
          <p:nvPr>
            <p:ph type="title"/>
          </p:nvPr>
        </p:nvSpPr>
        <p:spPr>
          <a:xfrm>
            <a:off x="672041" y="1651933"/>
            <a:ext cx="3075983" cy="1409273"/>
          </a:xfrm>
          <a:prstGeom prst="rect">
            <a:avLst/>
          </a:prstGeom>
        </p:spPr>
        <p:txBody>
          <a:bodyPr anchor="b">
            <a:normAutofit/>
          </a:bodyPr>
          <a:lstStyle>
            <a:lvl1pPr>
              <a:defRPr sz="2200"/>
            </a:lvl1pPr>
          </a:lstStyle>
          <a:p>
            <a:r>
              <a:t>Title Text</a:t>
            </a:r>
          </a:p>
        </p:txBody>
      </p:sp>
      <p:sp>
        <p:nvSpPr>
          <p:cNvPr id="97" name="Body Level One…"/>
          <p:cNvSpPr txBox="1">
            <a:spLocks noGrp="1"/>
          </p:cNvSpPr>
          <p:nvPr>
            <p:ph type="body" sz="half" idx="1"/>
          </p:nvPr>
        </p:nvSpPr>
        <p:spPr>
          <a:xfrm>
            <a:off x="3937082" y="567609"/>
            <a:ext cx="3732872" cy="6091875"/>
          </a:xfrm>
          <a:prstGeom prst="rect">
            <a:avLst/>
          </a:prstGeom>
        </p:spPr>
        <p:txBody>
          <a:bodyPr>
            <a:normAutofit/>
          </a:bodyPr>
          <a:lstStyle>
            <a:lvl1pPr indent="-320040"/>
            <a:lvl2pPr marL="952051" indent="-357691"/>
            <a:lvl3pPr marL="1456943" indent="-405382"/>
            <a:lvl4pPr marL="1976510" indent="-467749"/>
            <a:lvl5pPr marL="2433710" indent="-467749"/>
          </a:lstStyle>
          <a:p>
            <a:r>
              <a:t>Body Level One</a:t>
            </a:r>
          </a:p>
          <a:p>
            <a:pPr lvl="1"/>
            <a:r>
              <a:t>Body Level Two</a:t>
            </a:r>
          </a:p>
          <a:p>
            <a:pPr lvl="2"/>
            <a:r>
              <a:t>Body Level Three</a:t>
            </a:r>
          </a:p>
          <a:p>
            <a:pPr lvl="3"/>
            <a:r>
              <a:t>Body Level Four</a:t>
            </a:r>
          </a:p>
          <a:p>
            <a:pPr lvl="4"/>
            <a:r>
              <a:t>Body Level Five</a:t>
            </a:r>
          </a:p>
        </p:txBody>
      </p:sp>
      <p:sp>
        <p:nvSpPr>
          <p:cNvPr id="98" name="Google Shape;96;p26"/>
          <p:cNvSpPr txBox="1">
            <a:spLocks noGrp="1"/>
          </p:cNvSpPr>
          <p:nvPr>
            <p:ph type="body" sz="quarter" idx="21"/>
          </p:nvPr>
        </p:nvSpPr>
        <p:spPr>
          <a:xfrm>
            <a:off x="672041" y="3061205"/>
            <a:ext cx="3075983" cy="2848877"/>
          </a:xfrm>
          <a:prstGeom prst="rect">
            <a:avLst/>
          </a:prstGeom>
        </p:spPr>
        <p:txBody>
          <a:bodyPr>
            <a:normAutofit/>
          </a:bodyPr>
          <a:lstStyle/>
          <a:p>
            <a:pPr marL="228600" indent="0">
              <a:buClrTx/>
              <a:buSzTx/>
              <a:buFontTx/>
              <a:buNone/>
              <a:defRPr sz="1500"/>
            </a:pPr>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113" name="Title Text"/>
          <p:cNvSpPr txBox="1">
            <a:spLocks noGrp="1"/>
          </p:cNvSpPr>
          <p:nvPr>
            <p:ph type="title"/>
          </p:nvPr>
        </p:nvSpPr>
        <p:spPr>
          <a:xfrm>
            <a:off x="672041" y="671970"/>
            <a:ext cx="6997914" cy="1455939"/>
          </a:xfrm>
          <a:prstGeom prst="rect">
            <a:avLst/>
          </a:prstGeom>
        </p:spPr>
        <p:txBody>
          <a:bodyPr>
            <a:normAutofit/>
          </a:bodyPr>
          <a:lstStyle/>
          <a:p>
            <a:r>
              <a:t>Title Text</a:t>
            </a:r>
          </a:p>
        </p:txBody>
      </p:sp>
      <p:sp>
        <p:nvSpPr>
          <p:cNvPr id="1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121" name="Title Text"/>
          <p:cNvSpPr txBox="1">
            <a:spLocks noGrp="1"/>
          </p:cNvSpPr>
          <p:nvPr>
            <p:ph type="title"/>
          </p:nvPr>
        </p:nvSpPr>
        <p:spPr>
          <a:xfrm>
            <a:off x="672041" y="671970"/>
            <a:ext cx="6997914" cy="1455939"/>
          </a:xfrm>
          <a:prstGeom prst="rect">
            <a:avLst/>
          </a:prstGeom>
        </p:spPr>
        <p:txBody>
          <a:bodyPr>
            <a:normAutofit/>
          </a:bodyPr>
          <a:lstStyle/>
          <a:p>
            <a:r>
              <a:t>Title Text</a:t>
            </a:r>
          </a:p>
        </p:txBody>
      </p:sp>
      <p:sp>
        <p:nvSpPr>
          <p:cNvPr id="122" name="Body Level One…"/>
          <p:cNvSpPr txBox="1">
            <a:spLocks noGrp="1"/>
          </p:cNvSpPr>
          <p:nvPr>
            <p:ph type="body" sz="quarter" idx="1"/>
          </p:nvPr>
        </p:nvSpPr>
        <p:spPr>
          <a:xfrm>
            <a:off x="672041" y="2382084"/>
            <a:ext cx="3407251" cy="635223"/>
          </a:xfrm>
          <a:prstGeom prst="rect">
            <a:avLst/>
          </a:prstGeom>
        </p:spPr>
        <p:txBody>
          <a:bodyPr anchor="b">
            <a:normAutofit/>
          </a:bodyPr>
          <a:lstStyle>
            <a:lvl1pPr marL="228600" indent="0">
              <a:buClrTx/>
              <a:buSzTx/>
              <a:buFontTx/>
              <a:buNone/>
              <a:defRPr sz="2600"/>
            </a:lvl1pPr>
            <a:lvl2pPr marL="228600" indent="457200">
              <a:buClrTx/>
              <a:buSzTx/>
              <a:buFontTx/>
              <a:buNone/>
              <a:defRPr sz="2600"/>
            </a:lvl2pPr>
            <a:lvl3pPr marL="228600" indent="914400">
              <a:buClrTx/>
              <a:buSzTx/>
              <a:buFontTx/>
              <a:buNone/>
              <a:defRPr sz="2600"/>
            </a:lvl3pPr>
            <a:lvl4pPr marL="228600" indent="1371600">
              <a:buClrTx/>
              <a:buSzTx/>
              <a:buFontTx/>
              <a:buNone/>
              <a:defRPr sz="2600"/>
            </a:lvl4pPr>
            <a:lvl5pPr marL="228600" indent="1828800">
              <a:buClrTx/>
              <a:buSzTx/>
              <a:buFontTx/>
              <a:buNone/>
              <a:defRPr sz="2600"/>
            </a:lvl5pPr>
          </a:lstStyle>
          <a:p>
            <a:r>
              <a:t>Body Level One</a:t>
            </a:r>
          </a:p>
          <a:p>
            <a:pPr lvl="1"/>
            <a:r>
              <a:t>Body Level Two</a:t>
            </a:r>
          </a:p>
          <a:p>
            <a:pPr lvl="2"/>
            <a:r>
              <a:t>Body Level Three</a:t>
            </a:r>
          </a:p>
          <a:p>
            <a:pPr lvl="3"/>
            <a:r>
              <a:t>Body Level Four</a:t>
            </a:r>
          </a:p>
          <a:p>
            <a:pPr lvl="4"/>
            <a:r>
              <a:t>Body Level Five</a:t>
            </a:r>
          </a:p>
        </p:txBody>
      </p:sp>
      <p:sp>
        <p:nvSpPr>
          <p:cNvPr id="123" name="Google Shape;112;p29"/>
          <p:cNvSpPr txBox="1">
            <a:spLocks noGrp="1"/>
          </p:cNvSpPr>
          <p:nvPr>
            <p:ph type="body" sz="quarter" idx="21"/>
          </p:nvPr>
        </p:nvSpPr>
        <p:spPr>
          <a:xfrm>
            <a:off x="672041" y="3017306"/>
            <a:ext cx="3407251" cy="3642178"/>
          </a:xfrm>
          <a:prstGeom prst="rect">
            <a:avLst/>
          </a:prstGeom>
        </p:spPr>
        <p:txBody>
          <a:bodyPr>
            <a:normAutofit/>
          </a:bodyPr>
          <a:lstStyle/>
          <a:p>
            <a:pPr indent="-320040"/>
            <a:endParaRPr/>
          </a:p>
        </p:txBody>
      </p:sp>
      <p:sp>
        <p:nvSpPr>
          <p:cNvPr id="124" name="Google Shape;113;p29"/>
          <p:cNvSpPr txBox="1">
            <a:spLocks noGrp="1"/>
          </p:cNvSpPr>
          <p:nvPr>
            <p:ph type="body" sz="quarter" idx="22"/>
          </p:nvPr>
        </p:nvSpPr>
        <p:spPr>
          <a:xfrm>
            <a:off x="4262701" y="2382084"/>
            <a:ext cx="3407252" cy="635223"/>
          </a:xfrm>
          <a:prstGeom prst="rect">
            <a:avLst/>
          </a:prstGeom>
        </p:spPr>
        <p:txBody>
          <a:bodyPr anchor="b">
            <a:normAutofit/>
          </a:bodyPr>
          <a:lstStyle/>
          <a:p>
            <a:pPr marL="228600" indent="0">
              <a:buClrTx/>
              <a:buSzTx/>
              <a:buFontTx/>
              <a:buNone/>
              <a:defRPr sz="2600"/>
            </a:pPr>
            <a:endParaRPr/>
          </a:p>
        </p:txBody>
      </p:sp>
      <p:sp>
        <p:nvSpPr>
          <p:cNvPr id="125" name="Google Shape;114;p29"/>
          <p:cNvSpPr txBox="1">
            <a:spLocks noGrp="1"/>
          </p:cNvSpPr>
          <p:nvPr>
            <p:ph type="body" sz="quarter" idx="23"/>
          </p:nvPr>
        </p:nvSpPr>
        <p:spPr>
          <a:xfrm>
            <a:off x="4262701" y="3017306"/>
            <a:ext cx="3407252" cy="3642178"/>
          </a:xfrm>
          <a:prstGeom prst="rect">
            <a:avLst/>
          </a:prstGeom>
        </p:spPr>
        <p:txBody>
          <a:bodyPr>
            <a:normAutofit/>
          </a:bodyPr>
          <a:lstStyle/>
          <a:p>
            <a:pPr indent="-320040"/>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133" name="Title Text"/>
          <p:cNvSpPr txBox="1">
            <a:spLocks noGrp="1"/>
          </p:cNvSpPr>
          <p:nvPr>
            <p:ph type="title"/>
          </p:nvPr>
        </p:nvSpPr>
        <p:spPr>
          <a:xfrm>
            <a:off x="672042" y="671970"/>
            <a:ext cx="6997914" cy="1455939"/>
          </a:xfrm>
          <a:prstGeom prst="rect">
            <a:avLst/>
          </a:prstGeom>
        </p:spPr>
        <p:txBody>
          <a:bodyPr>
            <a:normAutofit/>
          </a:bodyPr>
          <a:lstStyle/>
          <a:p>
            <a:r>
              <a:t>Title Text</a:t>
            </a:r>
          </a:p>
        </p:txBody>
      </p:sp>
      <p:sp>
        <p:nvSpPr>
          <p:cNvPr id="134" name="Body Level One…"/>
          <p:cNvSpPr txBox="1">
            <a:spLocks noGrp="1"/>
          </p:cNvSpPr>
          <p:nvPr>
            <p:ph type="body" sz="quarter" idx="1"/>
          </p:nvPr>
        </p:nvSpPr>
        <p:spPr>
          <a:xfrm>
            <a:off x="672042" y="2381649"/>
            <a:ext cx="3404426" cy="4277832"/>
          </a:xfrm>
          <a:prstGeom prst="rect">
            <a:avLst/>
          </a:prstGeom>
        </p:spPr>
        <p:txBody>
          <a:bodyPr>
            <a:normAutofit/>
          </a:bodyPr>
          <a:lstStyle>
            <a:lvl1pPr indent="-329386"/>
            <a:lvl2pPr marL="951836" indent="-355647"/>
            <a:lvl3pPr marL="1453462" indent="-388846"/>
            <a:lvl4pPr marL="1965326" indent="-432334"/>
            <a:lvl5pPr marL="2422526" indent="-432334"/>
          </a:lstStyle>
          <a:p>
            <a:r>
              <a:t>Body Level One</a:t>
            </a:r>
          </a:p>
          <a:p>
            <a:pPr lvl="1"/>
            <a:r>
              <a:t>Body Level Two</a:t>
            </a:r>
          </a:p>
          <a:p>
            <a:pPr lvl="2"/>
            <a:r>
              <a:t>Body Level Three</a:t>
            </a:r>
          </a:p>
          <a:p>
            <a:pPr lvl="3"/>
            <a:r>
              <a:t>Body Level Four</a:t>
            </a:r>
          </a:p>
          <a:p>
            <a:pPr lvl="4"/>
            <a:r>
              <a:t>Body Level Five</a:t>
            </a:r>
          </a:p>
        </p:txBody>
      </p:sp>
      <p:sp>
        <p:nvSpPr>
          <p:cNvPr id="135" name="Google Shape;121;p30"/>
          <p:cNvSpPr txBox="1">
            <a:spLocks noGrp="1"/>
          </p:cNvSpPr>
          <p:nvPr>
            <p:ph type="body" sz="quarter" idx="21"/>
          </p:nvPr>
        </p:nvSpPr>
        <p:spPr>
          <a:xfrm>
            <a:off x="4265529" y="2381650"/>
            <a:ext cx="3404428" cy="4277835"/>
          </a:xfrm>
          <a:prstGeom prst="rect">
            <a:avLst/>
          </a:prstGeom>
        </p:spPr>
        <p:txBody>
          <a:bodyPr>
            <a:normAutofit/>
          </a:bodyPr>
          <a:lstStyle/>
          <a:p>
            <a:pPr indent="-329386"/>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143" name="Title Text"/>
          <p:cNvSpPr txBox="1">
            <a:spLocks noGrp="1"/>
          </p:cNvSpPr>
          <p:nvPr>
            <p:ph type="title"/>
          </p:nvPr>
        </p:nvSpPr>
        <p:spPr>
          <a:xfrm>
            <a:off x="672039" y="2977208"/>
            <a:ext cx="6997916" cy="2013468"/>
          </a:xfrm>
          <a:prstGeom prst="rect">
            <a:avLst/>
          </a:prstGeom>
        </p:spPr>
        <p:txBody>
          <a:bodyPr anchor="b">
            <a:normAutofit/>
          </a:bodyPr>
          <a:lstStyle>
            <a:lvl1pPr>
              <a:defRPr sz="4400"/>
            </a:lvl1pPr>
          </a:lstStyle>
          <a:p>
            <a:r>
              <a:t>Title Text</a:t>
            </a:r>
          </a:p>
        </p:txBody>
      </p:sp>
      <p:sp>
        <p:nvSpPr>
          <p:cNvPr id="144" name="Body Level One…"/>
          <p:cNvSpPr txBox="1">
            <a:spLocks noGrp="1"/>
          </p:cNvSpPr>
          <p:nvPr>
            <p:ph type="body" sz="quarter" idx="1"/>
          </p:nvPr>
        </p:nvSpPr>
        <p:spPr>
          <a:xfrm>
            <a:off x="672039" y="4990672"/>
            <a:ext cx="6997916" cy="948433"/>
          </a:xfrm>
          <a:prstGeom prst="rect">
            <a:avLst/>
          </a:prstGeom>
        </p:spPr>
        <p:txBody>
          <a:bodyPr>
            <a:normAutofit/>
          </a:bodyPr>
          <a:lstStyle>
            <a:lvl1pPr marL="228600" indent="0">
              <a:buClrTx/>
              <a:buSzTx/>
              <a:buFontTx/>
              <a:buNone/>
              <a:defRPr sz="2200">
                <a:solidFill>
                  <a:srgbClr val="7F7F7F"/>
                </a:solidFill>
              </a:defRPr>
            </a:lvl1pPr>
            <a:lvl2pPr marL="228600" indent="457200">
              <a:buClrTx/>
              <a:buSzTx/>
              <a:buFontTx/>
              <a:buNone/>
              <a:defRPr sz="2200">
                <a:solidFill>
                  <a:srgbClr val="7F7F7F"/>
                </a:solidFill>
              </a:defRPr>
            </a:lvl2pPr>
            <a:lvl3pPr marL="228600" indent="914400">
              <a:buClrTx/>
              <a:buSzTx/>
              <a:buFontTx/>
              <a:buNone/>
              <a:defRPr sz="2200">
                <a:solidFill>
                  <a:srgbClr val="7F7F7F"/>
                </a:solidFill>
              </a:defRPr>
            </a:lvl3pPr>
            <a:lvl4pPr marL="228600" indent="1371600">
              <a:buClrTx/>
              <a:buSzTx/>
              <a:buFontTx/>
              <a:buNone/>
              <a:defRPr sz="2200">
                <a:solidFill>
                  <a:srgbClr val="7F7F7F"/>
                </a:solidFill>
              </a:defRPr>
            </a:lvl4pPr>
            <a:lvl5pPr marL="228600" indent="1828800">
              <a:buClrTx/>
              <a:buSzTx/>
              <a:buFontTx/>
              <a:buNone/>
              <a:defRPr sz="220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p:spTree>
      <p:nvGrpSpPr>
        <p:cNvPr id="1" name=""/>
        <p:cNvGrpSpPr/>
        <p:nvPr/>
      </p:nvGrpSpPr>
      <p:grpSpPr>
        <a:xfrm>
          <a:off x="0" y="0"/>
          <a:ext cx="0" cy="0"/>
          <a:chOff x="0" y="0"/>
          <a:chExt cx="0" cy="0"/>
        </a:xfrm>
      </p:grpSpPr>
      <p:sp>
        <p:nvSpPr>
          <p:cNvPr id="152" name="Title Text"/>
          <p:cNvSpPr txBox="1">
            <a:spLocks noGrp="1"/>
          </p:cNvSpPr>
          <p:nvPr>
            <p:ph type="title"/>
          </p:nvPr>
        </p:nvSpPr>
        <p:spPr>
          <a:xfrm>
            <a:off x="1246402" y="2650552"/>
            <a:ext cx="6423554" cy="1814744"/>
          </a:xfrm>
          <a:prstGeom prst="rect">
            <a:avLst/>
          </a:prstGeom>
        </p:spPr>
        <p:txBody>
          <a:bodyPr anchor="b">
            <a:normAutofit/>
          </a:bodyPr>
          <a:lstStyle>
            <a:lvl1pPr algn="r">
              <a:defRPr sz="5900"/>
            </a:lvl1pPr>
          </a:lstStyle>
          <a:p>
            <a:r>
              <a:t>Title Text</a:t>
            </a:r>
          </a:p>
        </p:txBody>
      </p:sp>
      <p:sp>
        <p:nvSpPr>
          <p:cNvPr id="153" name="Body Level One…"/>
          <p:cNvSpPr txBox="1">
            <a:spLocks noGrp="1"/>
          </p:cNvSpPr>
          <p:nvPr>
            <p:ph type="body" sz="quarter" idx="1"/>
          </p:nvPr>
        </p:nvSpPr>
        <p:spPr>
          <a:xfrm>
            <a:off x="1246402" y="4465294"/>
            <a:ext cx="6423554" cy="1209129"/>
          </a:xfrm>
          <a:prstGeom prst="rect">
            <a:avLst/>
          </a:prstGeom>
        </p:spPr>
        <p:txBody>
          <a:bodyPr>
            <a:normAutofit/>
          </a:bodyPr>
          <a:lstStyle>
            <a:lvl1pPr marL="325120" indent="-193040" algn="r">
              <a:buClrTx/>
              <a:buSzTx/>
              <a:buFontTx/>
              <a:buNone/>
              <a:defRPr>
                <a:solidFill>
                  <a:srgbClr val="7F7F7F"/>
                </a:solidFill>
              </a:defRPr>
            </a:lvl1pPr>
            <a:lvl2pPr marL="325120" indent="274320" algn="r">
              <a:buClrTx/>
              <a:buSzTx/>
              <a:buFontTx/>
              <a:buNone/>
              <a:defRPr>
                <a:solidFill>
                  <a:srgbClr val="7F7F7F"/>
                </a:solidFill>
              </a:defRPr>
            </a:lvl2pPr>
            <a:lvl3pPr marL="325120" indent="741680" algn="r">
              <a:buClrTx/>
              <a:buSzTx/>
              <a:buFontTx/>
              <a:buNone/>
              <a:defRPr>
                <a:solidFill>
                  <a:srgbClr val="7F7F7F"/>
                </a:solidFill>
              </a:defRPr>
            </a:lvl3pPr>
            <a:lvl4pPr marL="325120" indent="1209041" algn="r">
              <a:buClrTx/>
              <a:buSzTx/>
              <a:buFontTx/>
              <a:buNone/>
              <a:defRPr>
                <a:solidFill>
                  <a:srgbClr val="7F7F7F"/>
                </a:solidFill>
              </a:defRPr>
            </a:lvl4pPr>
            <a:lvl5pPr marL="325120" indent="1666240" algn="r">
              <a:buClrTx/>
              <a:buSzTx/>
              <a:buFontTx/>
              <a:buNone/>
              <a:defRPr>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Quote with Caption">
    <p:spTree>
      <p:nvGrpSpPr>
        <p:cNvPr id="1" name=""/>
        <p:cNvGrpSpPr/>
        <p:nvPr/>
      </p:nvGrpSpPr>
      <p:grpSpPr>
        <a:xfrm>
          <a:off x="0" y="0"/>
          <a:ext cx="0" cy="0"/>
          <a:chOff x="0" y="0"/>
          <a:chExt cx="0" cy="0"/>
        </a:xfrm>
      </p:grpSpPr>
      <p:sp>
        <p:nvSpPr>
          <p:cNvPr id="161" name="Google Shape;166;p34"/>
          <p:cNvSpPr txBox="1"/>
          <p:nvPr/>
        </p:nvSpPr>
        <p:spPr>
          <a:xfrm>
            <a:off x="582212" y="514005"/>
            <a:ext cx="404026" cy="1359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374" tIns="50374" rIns="50374" bIns="50374" anchor="ctr">
            <a:spAutoFit/>
          </a:bodyPr>
          <a:lstStyle>
            <a:lvl1pPr>
              <a:defRPr sz="8800">
                <a:solidFill>
                  <a:srgbClr val="9FE0F5"/>
                </a:solidFill>
              </a:defRPr>
            </a:lvl1pPr>
          </a:lstStyle>
          <a:p>
            <a:r>
              <a:t>“</a:t>
            </a:r>
          </a:p>
        </p:txBody>
      </p:sp>
      <p:sp>
        <p:nvSpPr>
          <p:cNvPr id="162" name="Google Shape;167;p34"/>
          <p:cNvSpPr txBox="1"/>
          <p:nvPr/>
        </p:nvSpPr>
        <p:spPr>
          <a:xfrm>
            <a:off x="7489425" y="2823818"/>
            <a:ext cx="402438" cy="1359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374" tIns="50374" rIns="50374" bIns="50374" anchor="ctr">
            <a:spAutoFit/>
          </a:bodyPr>
          <a:lstStyle>
            <a:lvl1pPr>
              <a:defRPr sz="8800">
                <a:solidFill>
                  <a:srgbClr val="9FE0F5"/>
                </a:solidFill>
              </a:defRPr>
            </a:lvl1pPr>
          </a:lstStyle>
          <a:p>
            <a:r>
              <a:t>”</a:t>
            </a:r>
          </a:p>
        </p:txBody>
      </p:sp>
      <p:sp>
        <p:nvSpPr>
          <p:cNvPr id="163" name="Title Text"/>
          <p:cNvSpPr txBox="1">
            <a:spLocks noGrp="1"/>
          </p:cNvSpPr>
          <p:nvPr>
            <p:ph type="title"/>
          </p:nvPr>
        </p:nvSpPr>
        <p:spPr>
          <a:xfrm>
            <a:off x="854256" y="671970"/>
            <a:ext cx="6694160" cy="3331859"/>
          </a:xfrm>
          <a:prstGeom prst="rect">
            <a:avLst/>
          </a:prstGeom>
        </p:spPr>
        <p:txBody>
          <a:bodyPr anchor="ctr">
            <a:normAutofit/>
          </a:bodyPr>
          <a:lstStyle>
            <a:lvl1pPr>
              <a:defRPr sz="4800"/>
            </a:lvl1pPr>
          </a:lstStyle>
          <a:p>
            <a:r>
              <a:t>Title Text</a:t>
            </a:r>
          </a:p>
        </p:txBody>
      </p:sp>
      <p:sp>
        <p:nvSpPr>
          <p:cNvPr id="164" name="Body Level One…"/>
          <p:cNvSpPr txBox="1">
            <a:spLocks noGrp="1"/>
          </p:cNvSpPr>
          <p:nvPr>
            <p:ph type="body" sz="quarter" idx="1"/>
          </p:nvPr>
        </p:nvSpPr>
        <p:spPr>
          <a:xfrm>
            <a:off x="1213857" y="4003828"/>
            <a:ext cx="5974959" cy="419983"/>
          </a:xfrm>
          <a:prstGeom prst="rect">
            <a:avLst/>
          </a:prstGeom>
        </p:spPr>
        <p:txBody>
          <a:bodyPr anchor="ctr">
            <a:normAutofit/>
          </a:bodyPr>
          <a:lstStyle>
            <a:lvl1pPr marL="228600" indent="0">
              <a:buClrTx/>
              <a:buSzTx/>
              <a:buFontTx/>
              <a:buNone/>
              <a:defRPr sz="1700">
                <a:solidFill>
                  <a:srgbClr val="7F7F7F"/>
                </a:solidFill>
              </a:defRPr>
            </a:lvl1pPr>
            <a:lvl2pPr marL="228600" indent="457200">
              <a:buClrTx/>
              <a:buSzTx/>
              <a:buFontTx/>
              <a:buNone/>
              <a:defRPr sz="1700">
                <a:solidFill>
                  <a:srgbClr val="7F7F7F"/>
                </a:solidFill>
              </a:defRPr>
            </a:lvl2pPr>
            <a:lvl3pPr marL="228600" indent="914400">
              <a:buClrTx/>
              <a:buSzTx/>
              <a:buFontTx/>
              <a:buNone/>
              <a:defRPr sz="1700">
                <a:solidFill>
                  <a:srgbClr val="7F7F7F"/>
                </a:solidFill>
              </a:defRPr>
            </a:lvl3pPr>
            <a:lvl4pPr marL="228600" indent="1371600">
              <a:buClrTx/>
              <a:buSzTx/>
              <a:buFontTx/>
              <a:buNone/>
              <a:defRPr sz="1700">
                <a:solidFill>
                  <a:srgbClr val="7F7F7F"/>
                </a:solidFill>
              </a:defRPr>
            </a:lvl4pPr>
            <a:lvl5pPr marL="228600" indent="1828800">
              <a:buClrTx/>
              <a:buSzTx/>
              <a:buFontTx/>
              <a:buNone/>
              <a:defRPr sz="170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65" name="Google Shape;176;p35"/>
          <p:cNvSpPr txBox="1">
            <a:spLocks noGrp="1"/>
          </p:cNvSpPr>
          <p:nvPr>
            <p:ph type="body" sz="quarter" idx="21"/>
          </p:nvPr>
        </p:nvSpPr>
        <p:spPr>
          <a:xfrm>
            <a:off x="672040" y="4927787"/>
            <a:ext cx="6997914" cy="1731697"/>
          </a:xfrm>
          <a:prstGeom prst="rect">
            <a:avLst/>
          </a:prstGeom>
        </p:spPr>
        <p:txBody>
          <a:bodyPr anchor="ctr">
            <a:normAutofit/>
          </a:bodyPr>
          <a:lstStyle/>
          <a:p>
            <a:pPr marL="228600" indent="0">
              <a:buClrTx/>
              <a:buSzTx/>
              <a:buFontTx/>
              <a:buNone/>
              <a:defRPr>
                <a:solidFill>
                  <a:srgbClr val="3F3F3F"/>
                </a:solidFill>
              </a:defRPr>
            </a:pPr>
            <a:endParaRPr/>
          </a:p>
        </p:txBody>
      </p:sp>
      <p:sp>
        <p:nvSpPr>
          <p:cNvPr id="1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Quote Name Card">
    <p:spTree>
      <p:nvGrpSpPr>
        <p:cNvPr id="1" name=""/>
        <p:cNvGrpSpPr/>
        <p:nvPr/>
      </p:nvGrpSpPr>
      <p:grpSpPr>
        <a:xfrm>
          <a:off x="0" y="0"/>
          <a:ext cx="0" cy="0"/>
          <a:chOff x="0" y="0"/>
          <a:chExt cx="0" cy="0"/>
        </a:xfrm>
      </p:grpSpPr>
      <p:sp>
        <p:nvSpPr>
          <p:cNvPr id="173" name="Google Shape;192;p36"/>
          <p:cNvSpPr txBox="1"/>
          <p:nvPr/>
        </p:nvSpPr>
        <p:spPr>
          <a:xfrm>
            <a:off x="582212" y="514005"/>
            <a:ext cx="404026" cy="1359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374" tIns="50374" rIns="50374" bIns="50374" anchor="ctr">
            <a:spAutoFit/>
          </a:bodyPr>
          <a:lstStyle>
            <a:lvl1pPr>
              <a:defRPr sz="8800">
                <a:solidFill>
                  <a:srgbClr val="9FE0F5"/>
                </a:solidFill>
              </a:defRPr>
            </a:lvl1pPr>
          </a:lstStyle>
          <a:p>
            <a:r>
              <a:t>“</a:t>
            </a:r>
          </a:p>
        </p:txBody>
      </p:sp>
      <p:sp>
        <p:nvSpPr>
          <p:cNvPr id="174" name="Google Shape;193;p36"/>
          <p:cNvSpPr txBox="1"/>
          <p:nvPr/>
        </p:nvSpPr>
        <p:spPr>
          <a:xfrm>
            <a:off x="7489425" y="2823818"/>
            <a:ext cx="402438" cy="1359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374" tIns="50374" rIns="50374" bIns="50374" anchor="ctr">
            <a:spAutoFit/>
          </a:bodyPr>
          <a:lstStyle>
            <a:lvl1pPr>
              <a:defRPr sz="8800">
                <a:solidFill>
                  <a:srgbClr val="9FE0F5"/>
                </a:solidFill>
              </a:defRPr>
            </a:lvl1pPr>
          </a:lstStyle>
          <a:p>
            <a:r>
              <a:t>”</a:t>
            </a:r>
          </a:p>
        </p:txBody>
      </p:sp>
      <p:sp>
        <p:nvSpPr>
          <p:cNvPr id="175" name="Title Text"/>
          <p:cNvSpPr txBox="1">
            <a:spLocks noGrp="1"/>
          </p:cNvSpPr>
          <p:nvPr>
            <p:ph type="title"/>
          </p:nvPr>
        </p:nvSpPr>
        <p:spPr>
          <a:xfrm>
            <a:off x="854256" y="671970"/>
            <a:ext cx="6694160" cy="3331859"/>
          </a:xfrm>
          <a:prstGeom prst="rect">
            <a:avLst/>
          </a:prstGeom>
        </p:spPr>
        <p:txBody>
          <a:bodyPr anchor="ctr">
            <a:normAutofit/>
          </a:bodyPr>
          <a:lstStyle>
            <a:lvl1pPr>
              <a:defRPr sz="4800"/>
            </a:lvl1pPr>
          </a:lstStyle>
          <a:p>
            <a:r>
              <a:t>Title Text</a:t>
            </a:r>
          </a:p>
        </p:txBody>
      </p:sp>
      <p:sp>
        <p:nvSpPr>
          <p:cNvPr id="176" name="Body Level One…"/>
          <p:cNvSpPr txBox="1">
            <a:spLocks noGrp="1"/>
          </p:cNvSpPr>
          <p:nvPr>
            <p:ph type="body" sz="quarter" idx="1"/>
          </p:nvPr>
        </p:nvSpPr>
        <p:spPr>
          <a:xfrm>
            <a:off x="672038" y="4423809"/>
            <a:ext cx="6997917" cy="566864"/>
          </a:xfrm>
          <a:prstGeom prst="rect">
            <a:avLst/>
          </a:prstGeom>
        </p:spPr>
        <p:txBody>
          <a:bodyPr anchor="b">
            <a:normAutofit/>
          </a:bodyPr>
          <a:lstStyle>
            <a:lvl1pPr marL="228600" indent="0">
              <a:buClrTx/>
              <a:buSzTx/>
              <a:buFontTx/>
              <a:buNone/>
              <a:defRPr sz="2600">
                <a:solidFill>
                  <a:srgbClr val="3F3F3F"/>
                </a:solidFill>
              </a:defRPr>
            </a:lvl1pPr>
            <a:lvl2pPr marL="228600" indent="457200">
              <a:buClrTx/>
              <a:buSzTx/>
              <a:buFontTx/>
              <a:buNone/>
              <a:defRPr sz="2600">
                <a:solidFill>
                  <a:srgbClr val="3F3F3F"/>
                </a:solidFill>
              </a:defRPr>
            </a:lvl2pPr>
            <a:lvl3pPr marL="228600" indent="914400">
              <a:buClrTx/>
              <a:buSzTx/>
              <a:buFontTx/>
              <a:buNone/>
              <a:defRPr sz="2600">
                <a:solidFill>
                  <a:srgbClr val="3F3F3F"/>
                </a:solidFill>
              </a:defRPr>
            </a:lvl3pPr>
            <a:lvl4pPr marL="228600" indent="1371600">
              <a:buClrTx/>
              <a:buSzTx/>
              <a:buFontTx/>
              <a:buNone/>
              <a:defRPr sz="2600">
                <a:solidFill>
                  <a:srgbClr val="3F3F3F"/>
                </a:solidFill>
              </a:defRPr>
            </a:lvl4pPr>
            <a:lvl5pPr marL="228600" indent="1828800">
              <a:buClrTx/>
              <a:buSzTx/>
              <a:buFontTx/>
              <a:buNone/>
              <a:defRPr sz="2600">
                <a:solidFill>
                  <a:srgbClr val="3F3F3F"/>
                </a:solidFill>
              </a:defRPr>
            </a:lvl5pPr>
          </a:lstStyle>
          <a:p>
            <a:r>
              <a:t>Body Level One</a:t>
            </a:r>
          </a:p>
          <a:p>
            <a:pPr lvl="1"/>
            <a:r>
              <a:t>Body Level Two</a:t>
            </a:r>
          </a:p>
          <a:p>
            <a:pPr lvl="2"/>
            <a:r>
              <a:t>Body Level Three</a:t>
            </a:r>
          </a:p>
          <a:p>
            <a:pPr lvl="3"/>
            <a:r>
              <a:t>Body Level Four</a:t>
            </a:r>
          </a:p>
          <a:p>
            <a:pPr lvl="4"/>
            <a:r>
              <a:t>Body Level Five</a:t>
            </a:r>
          </a:p>
        </p:txBody>
      </p:sp>
      <p:sp>
        <p:nvSpPr>
          <p:cNvPr id="177" name="Google Shape;202;p37"/>
          <p:cNvSpPr txBox="1">
            <a:spLocks noGrp="1"/>
          </p:cNvSpPr>
          <p:nvPr>
            <p:ph type="body" sz="quarter" idx="21"/>
          </p:nvPr>
        </p:nvSpPr>
        <p:spPr>
          <a:xfrm>
            <a:off x="672040" y="4990672"/>
            <a:ext cx="6997914" cy="1668811"/>
          </a:xfrm>
          <a:prstGeom prst="rect">
            <a:avLst/>
          </a:prstGeom>
        </p:spPr>
        <p:txBody>
          <a:bodyPr>
            <a:normAutofit/>
          </a:bodyPr>
          <a:lstStyle/>
          <a:p>
            <a:pPr marL="228600" indent="0">
              <a:buClrTx/>
              <a:buSzTx/>
              <a:buFontTx/>
              <a:buNone/>
              <a:defRPr>
                <a:solidFill>
                  <a:srgbClr val="7F7F7F"/>
                </a:solidFill>
              </a:defRPr>
            </a:pPr>
            <a:endParaRPr/>
          </a:p>
        </p:txBody>
      </p:sp>
      <p:sp>
        <p:nvSpPr>
          <p:cNvPr id="1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grpSp>
        <p:nvGrpSpPr>
          <p:cNvPr id="12" name="Google Shape;33;p16"/>
          <p:cNvGrpSpPr/>
          <p:nvPr/>
        </p:nvGrpSpPr>
        <p:grpSpPr>
          <a:xfrm>
            <a:off x="-9525" y="-9526"/>
            <a:ext cx="10110787" cy="7578726"/>
            <a:chOff x="0" y="0"/>
            <a:chExt cx="10110787" cy="7578725"/>
          </a:xfrm>
        </p:grpSpPr>
        <p:sp>
          <p:nvSpPr>
            <p:cNvPr id="2" name="Google Shape;34;p16"/>
            <p:cNvSpPr/>
            <p:nvPr/>
          </p:nvSpPr>
          <p:spPr>
            <a:xfrm>
              <a:off x="-1" y="4433887"/>
              <a:ext cx="504827" cy="31448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0" y="21536"/>
                  </a:lnTo>
                  <a:cubicBezTo>
                    <a:pt x="133" y="14421"/>
                    <a:pt x="267" y="7307"/>
                    <a:pt x="0" y="0"/>
                  </a:cubicBezTo>
                  <a:close/>
                </a:path>
              </a:pathLst>
            </a:custGeom>
            <a:solidFill>
              <a:schemeClr val="accent1">
                <a:alpha val="69803"/>
              </a:scheme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3" name="Google Shape;35;p16"/>
            <p:cNvSpPr/>
            <p:nvPr/>
          </p:nvSpPr>
          <p:spPr>
            <a:xfrm flipV="1">
              <a:off x="5665787" y="4611688"/>
              <a:ext cx="4433887" cy="2957513"/>
            </a:xfrm>
            <a:prstGeom prst="line">
              <a:avLst/>
            </a:prstGeom>
            <a:noFill/>
            <a:ln w="9525" cap="rnd">
              <a:solidFill>
                <a:schemeClr val="accent1">
                  <a:alpha val="69803"/>
                </a:schemeClr>
              </a:solidFill>
              <a:prstDash val="solid"/>
              <a:miter lim="800000"/>
            </a:ln>
            <a:effectLst/>
          </p:spPr>
          <p:txBody>
            <a:bodyPr wrap="square" lIns="45719" tIns="45719" rIns="45719" bIns="45719" numCol="1" anchor="t">
              <a:noAutofit/>
            </a:bodyPr>
            <a:lstStyle/>
            <a:p>
              <a:endParaRPr/>
            </a:p>
          </p:txBody>
        </p:sp>
        <p:sp>
          <p:nvSpPr>
            <p:cNvPr id="4" name="Google Shape;36;p16"/>
            <p:cNvSpPr/>
            <p:nvPr/>
          </p:nvSpPr>
          <p:spPr>
            <a:xfrm>
              <a:off x="7773987" y="9524"/>
              <a:ext cx="1343025" cy="7559676"/>
            </a:xfrm>
            <a:prstGeom prst="line">
              <a:avLst/>
            </a:prstGeom>
            <a:noFill/>
            <a:ln w="9525" cap="rnd">
              <a:solidFill>
                <a:schemeClr val="accent1">
                  <a:alpha val="69803"/>
                </a:schemeClr>
              </a:solidFill>
              <a:prstDash val="solid"/>
              <a:miter lim="800000"/>
            </a:ln>
            <a:effectLst/>
          </p:spPr>
          <p:txBody>
            <a:bodyPr wrap="square" lIns="45719" tIns="45719" rIns="45719" bIns="45719" numCol="1" anchor="t">
              <a:noAutofit/>
            </a:bodyPr>
            <a:lstStyle/>
            <a:p>
              <a:endParaRPr/>
            </a:p>
          </p:txBody>
        </p:sp>
        <p:sp>
          <p:nvSpPr>
            <p:cNvPr id="5" name="Google Shape;37;p16"/>
            <p:cNvSpPr/>
            <p:nvPr/>
          </p:nvSpPr>
          <p:spPr>
            <a:xfrm>
              <a:off x="7607299" y="9524"/>
              <a:ext cx="2501900" cy="7569201"/>
            </a:xfrm>
            <a:custGeom>
              <a:avLst/>
              <a:gdLst/>
              <a:ahLst/>
              <a:cxnLst>
                <a:cxn ang="0">
                  <a:pos x="wd2" y="hd2"/>
                </a:cxn>
                <a:cxn ang="5400000">
                  <a:pos x="wd2" y="hd2"/>
                </a:cxn>
                <a:cxn ang="10800000">
                  <a:pos x="wd2" y="hd2"/>
                </a:cxn>
                <a:cxn ang="16200000">
                  <a:pos x="wd2" y="hd2"/>
                </a:cxn>
              </a:cxnLst>
              <a:rect l="0" t="0" r="r" b="b"/>
              <a:pathLst>
                <a:path w="21577" h="21600" extrusionOk="0">
                  <a:moveTo>
                    <a:pt x="19239" y="0"/>
                  </a:moveTo>
                  <a:lnTo>
                    <a:pt x="0" y="21573"/>
                  </a:lnTo>
                  <a:lnTo>
                    <a:pt x="21573" y="21600"/>
                  </a:lnTo>
                  <a:cubicBezTo>
                    <a:pt x="21600" y="14409"/>
                    <a:pt x="21466" y="7218"/>
                    <a:pt x="21493" y="27"/>
                  </a:cubicBezTo>
                  <a:lnTo>
                    <a:pt x="19239" y="0"/>
                  </a:lnTo>
                  <a:close/>
                </a:path>
              </a:pathLst>
            </a:custGeom>
            <a:solidFill>
              <a:schemeClr val="accent1">
                <a:alpha val="35686"/>
              </a:scheme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6" name="Google Shape;38;p16"/>
            <p:cNvSpPr/>
            <p:nvPr/>
          </p:nvSpPr>
          <p:spPr>
            <a:xfrm>
              <a:off x="7951786" y="-1"/>
              <a:ext cx="2147888" cy="7569202"/>
            </a:xfrm>
            <a:custGeom>
              <a:avLst/>
              <a:gdLst/>
              <a:ahLst/>
              <a:cxnLst>
                <a:cxn ang="0">
                  <a:pos x="wd2" y="hd2"/>
                </a:cxn>
                <a:cxn ang="5400000">
                  <a:pos x="wd2" y="hd2"/>
                </a:cxn>
                <a:cxn ang="10800000">
                  <a:pos x="wd2" y="hd2"/>
                </a:cxn>
                <a:cxn ang="16200000">
                  <a:pos x="wd2" y="hd2"/>
                </a:cxn>
              </a:cxnLst>
              <a:rect l="0" t="0" r="r" b="b"/>
              <a:pathLst>
                <a:path w="21578" h="21600" extrusionOk="0">
                  <a:moveTo>
                    <a:pt x="0" y="0"/>
                  </a:moveTo>
                  <a:lnTo>
                    <a:pt x="13316" y="21600"/>
                  </a:lnTo>
                  <a:lnTo>
                    <a:pt x="21569" y="21600"/>
                  </a:lnTo>
                  <a:cubicBezTo>
                    <a:pt x="21537" y="14400"/>
                    <a:pt x="21600" y="7200"/>
                    <a:pt x="21569" y="0"/>
                  </a:cubicBezTo>
                  <a:lnTo>
                    <a:pt x="0" y="0"/>
                  </a:lnTo>
                  <a:close/>
                </a:path>
              </a:pathLst>
            </a:custGeom>
            <a:solidFill>
              <a:schemeClr val="accent1">
                <a:alpha val="19607"/>
              </a:scheme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7" name="Google Shape;39;p16"/>
            <p:cNvSpPr/>
            <p:nvPr/>
          </p:nvSpPr>
          <p:spPr>
            <a:xfrm>
              <a:off x="7327900" y="4330699"/>
              <a:ext cx="2770189" cy="3238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44" y="0"/>
                  </a:lnTo>
                  <a:cubicBezTo>
                    <a:pt x="21563" y="7200"/>
                    <a:pt x="21581" y="14400"/>
                    <a:pt x="21600" y="21600"/>
                  </a:cubicBezTo>
                  <a:lnTo>
                    <a:pt x="0" y="21600"/>
                  </a:lnTo>
                  <a:close/>
                </a:path>
              </a:pathLst>
            </a:custGeom>
            <a:solidFill>
              <a:srgbClr val="17B0E4">
                <a:alpha val="65490"/>
              </a:srgb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8" name="Google Shape;40;p16"/>
            <p:cNvSpPr/>
            <p:nvPr/>
          </p:nvSpPr>
          <p:spPr>
            <a:xfrm>
              <a:off x="7737474" y="-1"/>
              <a:ext cx="2362201" cy="75692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716" y="21600"/>
                  </a:lnTo>
                  <a:lnTo>
                    <a:pt x="21600" y="21573"/>
                  </a:lnTo>
                  <a:lnTo>
                    <a:pt x="21600" y="0"/>
                  </a:lnTo>
                  <a:lnTo>
                    <a:pt x="0" y="0"/>
                  </a:lnTo>
                  <a:close/>
                </a:path>
              </a:pathLst>
            </a:custGeom>
            <a:solidFill>
              <a:srgbClr val="17B0E4">
                <a:alpha val="49803"/>
              </a:srgb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9" name="Google Shape;41;p16"/>
            <p:cNvSpPr/>
            <p:nvPr/>
          </p:nvSpPr>
          <p:spPr>
            <a:xfrm>
              <a:off x="9155111" y="-1"/>
              <a:ext cx="944563" cy="7569202"/>
            </a:xfrm>
            <a:custGeom>
              <a:avLst/>
              <a:gdLst/>
              <a:ahLst/>
              <a:cxnLst>
                <a:cxn ang="0">
                  <a:pos x="wd2" y="hd2"/>
                </a:cxn>
                <a:cxn ang="5400000">
                  <a:pos x="wd2" y="hd2"/>
                </a:cxn>
                <a:cxn ang="10800000">
                  <a:pos x="wd2" y="hd2"/>
                </a:cxn>
                <a:cxn ang="16200000">
                  <a:pos x="wd2" y="hd2"/>
                </a:cxn>
              </a:cxnLst>
              <a:rect l="0" t="0" r="r" b="b"/>
              <a:pathLst>
                <a:path w="21600" h="21600" extrusionOk="0">
                  <a:moveTo>
                    <a:pt x="17053" y="0"/>
                  </a:moveTo>
                  <a:lnTo>
                    <a:pt x="0" y="21600"/>
                  </a:lnTo>
                  <a:lnTo>
                    <a:pt x="21600" y="21600"/>
                  </a:lnTo>
                  <a:cubicBezTo>
                    <a:pt x="21553" y="14400"/>
                    <a:pt x="21505" y="7200"/>
                    <a:pt x="21458" y="0"/>
                  </a:cubicBezTo>
                  <a:lnTo>
                    <a:pt x="17053" y="0"/>
                  </a:lnTo>
                  <a:close/>
                </a:path>
              </a:pathLst>
            </a:custGeom>
            <a:solidFill>
              <a:schemeClr val="accent2">
                <a:alpha val="69803"/>
              </a:scheme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10" name="Google Shape;42;p16"/>
            <p:cNvSpPr/>
            <p:nvPr/>
          </p:nvSpPr>
          <p:spPr>
            <a:xfrm>
              <a:off x="8932861" y="-1"/>
              <a:ext cx="1176338" cy="7569202"/>
            </a:xfrm>
            <a:custGeom>
              <a:avLst/>
              <a:gdLst/>
              <a:ahLst/>
              <a:cxnLst>
                <a:cxn ang="0">
                  <a:pos x="wd2" y="hd2"/>
                </a:cxn>
                <a:cxn ang="5400000">
                  <a:pos x="wd2" y="hd2"/>
                </a:cxn>
                <a:cxn ang="10800000">
                  <a:pos x="wd2" y="hd2"/>
                </a:cxn>
                <a:cxn ang="16200000">
                  <a:pos x="wd2" y="hd2"/>
                </a:cxn>
              </a:cxnLst>
              <a:rect l="0" t="0" r="r" b="b"/>
              <a:pathLst>
                <a:path w="21556" h="21600" extrusionOk="0">
                  <a:moveTo>
                    <a:pt x="0" y="0"/>
                  </a:moveTo>
                  <a:lnTo>
                    <a:pt x="18966" y="21600"/>
                  </a:lnTo>
                  <a:lnTo>
                    <a:pt x="21552" y="21600"/>
                  </a:lnTo>
                  <a:cubicBezTo>
                    <a:pt x="21600" y="14391"/>
                    <a:pt x="21217" y="7209"/>
                    <a:pt x="21265" y="0"/>
                  </a:cubicBezTo>
                  <a:lnTo>
                    <a:pt x="0" y="0"/>
                  </a:lnTo>
                  <a:close/>
                </a:path>
              </a:pathLst>
            </a:custGeom>
            <a:solidFill>
              <a:srgbClr val="236292">
                <a:alpha val="81568"/>
              </a:srgb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sp>
          <p:nvSpPr>
            <p:cNvPr id="11" name="Google Shape;43;p16"/>
            <p:cNvSpPr/>
            <p:nvPr/>
          </p:nvSpPr>
          <p:spPr>
            <a:xfrm>
              <a:off x="8904286" y="5403849"/>
              <a:ext cx="1206501" cy="21653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00" y="0"/>
                  </a:lnTo>
                  <a:cubicBezTo>
                    <a:pt x="21533" y="7181"/>
                    <a:pt x="21567" y="14363"/>
                    <a:pt x="21600" y="21544"/>
                  </a:cubicBezTo>
                  <a:lnTo>
                    <a:pt x="0" y="21600"/>
                  </a:lnTo>
                  <a:close/>
                </a:path>
              </a:pathLst>
            </a:custGeom>
            <a:solidFill>
              <a:srgbClr val="17B0E4">
                <a:alpha val="65490"/>
              </a:srgbClr>
            </a:solidFill>
            <a:ln w="12700" cap="flat">
              <a:noFill/>
              <a:miter lim="400000"/>
            </a:ln>
            <a:effectLst/>
          </p:spPr>
          <p:txBody>
            <a:bodyPr wrap="square" lIns="45719" tIns="45719" rIns="45719" bIns="45719" numCol="1" anchor="t">
              <a:noAutofit/>
            </a:bodyPr>
            <a:lstStyle/>
            <a:p>
              <a:pPr>
                <a:defRPr sz="1800">
                  <a:latin typeface="Trebuchet MS"/>
                  <a:ea typeface="Trebuchet MS"/>
                  <a:cs typeface="Trebuchet MS"/>
                  <a:sym typeface="Trebuchet MS"/>
                </a:defRPr>
              </a:pPr>
              <a:endParaRPr/>
            </a:p>
          </p:txBody>
        </p:sp>
      </p:grpSp>
      <p:sp>
        <p:nvSpPr>
          <p:cNvPr id="13" name="Title Text"/>
          <p:cNvSpPr txBox="1">
            <a:spLocks noGrp="1"/>
          </p:cNvSpPr>
          <p:nvPr>
            <p:ph type="title"/>
          </p:nvPr>
        </p:nvSpPr>
        <p:spPr>
          <a:xfrm>
            <a:off x="503555" y="302609"/>
            <a:ext cx="9063991" cy="1460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lstStyle/>
          <a:p>
            <a:r>
              <a:t>Title Text</a:t>
            </a:r>
          </a:p>
        </p:txBody>
      </p:sp>
      <p:sp>
        <p:nvSpPr>
          <p:cNvPr id="14" name="Body Level One…"/>
          <p:cNvSpPr txBox="1">
            <a:spLocks noGrp="1"/>
          </p:cNvSpPr>
          <p:nvPr>
            <p:ph type="body" idx="1"/>
          </p:nvPr>
        </p:nvSpPr>
        <p:spPr>
          <a:xfrm>
            <a:off x="503555" y="1763183"/>
            <a:ext cx="9063991" cy="57933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7445230" y="6751180"/>
            <a:ext cx="223982" cy="218401"/>
          </a:xfrm>
          <a:prstGeom prst="rect">
            <a:avLst/>
          </a:prstGeom>
          <a:ln w="12700">
            <a:miter lim="400000"/>
          </a:ln>
        </p:spPr>
        <p:txBody>
          <a:bodyPr wrap="none" lIns="45699" tIns="45699" rIns="45699" bIns="45699" anchor="ctr">
            <a:spAutoFit/>
          </a:bodyPr>
          <a:lstStyle>
            <a:lvl1pPr algn="r">
              <a:defRPr sz="900">
                <a:solidFill>
                  <a:schemeClr val="accent1"/>
                </a:solidFill>
                <a:latin typeface="Trebuchet MS"/>
                <a:ea typeface="Trebuchet MS"/>
                <a:cs typeface="Trebuchet MS"/>
                <a:sym typeface="Trebuchet MS"/>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Lst>
  <p:transition spd="med"/>
  <p:txStyles>
    <p:titleStyle>
      <a:lvl1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1pPr>
      <a:lvl2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2pPr>
      <a:lvl3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3pPr>
      <a:lvl4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4pPr>
      <a:lvl5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5pPr>
      <a:lvl6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6pPr>
      <a:lvl7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7pPr>
      <a:lvl8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8pPr>
      <a:lvl9pPr marL="0" marR="0" indent="0" algn="l" defTabSz="914400"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9pPr>
    </p:titleStyle>
    <p:bodyStyle>
      <a:lvl1pPr marL="457200" marR="0" indent="-325120"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1pPr>
      <a:lvl2pPr marL="951454" marR="0" indent="-352014"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2pPr>
      <a:lvl3pPr marL="1452880" marR="0" indent="-386080"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3pPr>
      <a:lvl4pPr marL="1964787" marR="0" indent="-430626"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4pPr>
      <a:lvl5pPr marL="2421987" marR="0" indent="-430626"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5pPr>
      <a:lvl6pPr marL="2879726" marR="0" indent="-432334"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6pPr>
      <a:lvl7pPr marL="3336926" marR="0" indent="-432334"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7pPr>
      <a:lvl8pPr marL="3794126" marR="0" indent="-432334"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8pPr>
      <a:lvl9pPr marL="4251326" marR="0" indent="-432334" algn="l" defTabSz="914400" rtl="0" latinLnBrk="0">
        <a:lnSpc>
          <a:spcPct val="100000"/>
        </a:lnSpc>
        <a:spcBef>
          <a:spcPts val="1100"/>
        </a:spcBef>
        <a:spcAft>
          <a:spcPts val="0"/>
        </a:spcAft>
        <a:buClr>
          <a:schemeClr val="accent1"/>
        </a:buClr>
        <a:buSzPts val="1900"/>
        <a:buFont typeface="Helvetica"/>
        <a:buChar char="►"/>
        <a:tabLst/>
        <a:defRPr sz="1900" b="0" i="0" u="none" strike="noStrike" cap="none" spc="0" baseline="0">
          <a:solidFill>
            <a:srgbClr val="404040"/>
          </a:solidFill>
          <a:uFillTx/>
          <a:latin typeface="Trebuchet MS"/>
          <a:ea typeface="Trebuchet MS"/>
          <a:cs typeface="Trebuchet MS"/>
          <a:sym typeface="Trebuchet MS"/>
        </a:defRPr>
      </a:lvl9pPr>
    </p:bodyStyle>
    <p:otherStyle>
      <a:lvl1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1pPr>
      <a:lvl2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2pPr>
      <a:lvl3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3pPr>
      <a:lvl4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4pPr>
      <a:lvl5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5pPr>
      <a:lvl6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6pPr>
      <a:lvl7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7pPr>
      <a:lvl8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8pPr>
      <a:lvl9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oogle Shape;218;p2"/>
          <p:cNvSpPr txBox="1"/>
          <p:nvPr/>
        </p:nvSpPr>
        <p:spPr>
          <a:xfrm>
            <a:off x="503237" y="2471401"/>
            <a:ext cx="9070976" cy="40931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lnSpc>
                <a:spcPct val="93000"/>
              </a:lnSpc>
            </a:pPr>
            <a:endParaRPr dirty="0"/>
          </a:p>
          <a:p>
            <a:pPr algn="ctr">
              <a:lnSpc>
                <a:spcPct val="93000"/>
              </a:lnSpc>
              <a:defRPr sz="3600">
                <a:latin typeface="Times New Roman"/>
                <a:ea typeface="Times New Roman"/>
                <a:cs typeface="Times New Roman"/>
                <a:sym typeface="Times New Roman"/>
              </a:defRPr>
            </a:pPr>
            <a:r>
              <a:rPr dirty="0"/>
              <a:t> </a:t>
            </a:r>
          </a:p>
          <a:p>
            <a:pPr algn="ctr">
              <a:lnSpc>
                <a:spcPct val="93000"/>
              </a:lnSpc>
              <a:defRPr sz="3200">
                <a:latin typeface="Times New Roman"/>
                <a:ea typeface="Times New Roman"/>
                <a:cs typeface="Times New Roman"/>
                <a:sym typeface="Times New Roman"/>
              </a:defRPr>
            </a:pPr>
            <a:endParaRPr dirty="0"/>
          </a:p>
          <a:p>
            <a:pPr algn="ctr">
              <a:lnSpc>
                <a:spcPct val="93000"/>
              </a:lnSpc>
              <a:defRPr sz="2800">
                <a:latin typeface="Times New Roman"/>
                <a:ea typeface="Times New Roman"/>
                <a:cs typeface="Times New Roman"/>
                <a:sym typeface="Times New Roman"/>
              </a:defRPr>
            </a:pPr>
            <a:r>
              <a:rPr dirty="0"/>
              <a:t>Harshit Jain 22106040</a:t>
            </a:r>
          </a:p>
          <a:p>
            <a:pPr algn="ctr">
              <a:lnSpc>
                <a:spcPct val="93000"/>
              </a:lnSpc>
              <a:defRPr sz="2800">
                <a:latin typeface="Times New Roman"/>
                <a:ea typeface="Times New Roman"/>
                <a:cs typeface="Times New Roman"/>
                <a:sym typeface="Times New Roman"/>
              </a:defRPr>
            </a:pPr>
            <a:r>
              <a:rPr dirty="0"/>
              <a:t>Vedant Gandre 22106011</a:t>
            </a:r>
          </a:p>
          <a:p>
            <a:pPr algn="ctr">
              <a:lnSpc>
                <a:spcPct val="93000"/>
              </a:lnSpc>
              <a:defRPr sz="2800">
                <a:latin typeface="Times New Roman"/>
                <a:ea typeface="Times New Roman"/>
                <a:cs typeface="Times New Roman"/>
                <a:sym typeface="Times New Roman"/>
              </a:defRPr>
            </a:pPr>
            <a:r>
              <a:rPr dirty="0"/>
              <a:t>Devansh Mane 22106062</a:t>
            </a:r>
          </a:p>
          <a:p>
            <a:pPr algn="ctr">
              <a:lnSpc>
                <a:spcPct val="93000"/>
              </a:lnSpc>
              <a:defRPr sz="3200">
                <a:latin typeface="Times New Roman"/>
                <a:ea typeface="Times New Roman"/>
                <a:cs typeface="Times New Roman"/>
                <a:sym typeface="Times New Roman"/>
              </a:defRPr>
            </a:pPr>
            <a:endParaRPr dirty="0"/>
          </a:p>
          <a:p>
            <a:pPr algn="ctr">
              <a:lnSpc>
                <a:spcPct val="93000"/>
              </a:lnSpc>
              <a:defRPr sz="3200">
                <a:latin typeface="Times New Roman"/>
                <a:ea typeface="Times New Roman"/>
                <a:cs typeface="Times New Roman"/>
                <a:sym typeface="Times New Roman"/>
              </a:defRPr>
            </a:pPr>
            <a:endParaRPr dirty="0"/>
          </a:p>
          <a:p>
            <a:pPr algn="ctr">
              <a:lnSpc>
                <a:spcPct val="93000"/>
              </a:lnSpc>
              <a:defRPr sz="2800" b="1">
                <a:latin typeface="Times New Roman"/>
                <a:ea typeface="Times New Roman"/>
                <a:cs typeface="Times New Roman"/>
                <a:sym typeface="Times New Roman"/>
              </a:defRPr>
            </a:pPr>
            <a:r>
              <a:rPr dirty="0"/>
              <a:t>Project Guide</a:t>
            </a:r>
            <a:endParaRPr lang="en-IN" dirty="0"/>
          </a:p>
          <a:p>
            <a:pPr algn="ctr">
              <a:lnSpc>
                <a:spcPct val="93000"/>
              </a:lnSpc>
              <a:defRPr sz="2800" b="1">
                <a:latin typeface="Times New Roman"/>
                <a:ea typeface="Times New Roman"/>
                <a:cs typeface="Times New Roman"/>
                <a:sym typeface="Times New Roman"/>
              </a:defRPr>
            </a:pPr>
            <a:r>
              <a:rPr lang="en-IN" dirty="0"/>
              <a:t>Prof</a:t>
            </a:r>
            <a:r>
              <a:rPr dirty="0"/>
              <a:t>. Sumeet Shingi  </a:t>
            </a:r>
          </a:p>
        </p:txBody>
      </p:sp>
      <p:sp>
        <p:nvSpPr>
          <p:cNvPr id="188" name="Google Shape;219;p2"/>
          <p:cNvSpPr/>
          <p:nvPr/>
        </p:nvSpPr>
        <p:spPr>
          <a:xfrm>
            <a:off x="0" y="1743075"/>
            <a:ext cx="10080625" cy="0"/>
          </a:xfrm>
          <a:prstGeom prst="line">
            <a:avLst/>
          </a:prstGeom>
          <a:ln w="25400" cap="rnd">
            <a:solidFill>
              <a:srgbClr val="000000"/>
            </a:solidFill>
            <a:miter/>
          </a:ln>
          <a:effectLst>
            <a:outerShdw blurRad="63500" dist="25400" dir="5400000" rotWithShape="0">
              <a:srgbClr val="000000">
                <a:alpha val="34901"/>
              </a:srgbClr>
            </a:outerShdw>
          </a:effectLst>
        </p:spPr>
        <p:txBody>
          <a:bodyPr lIns="45719" rIns="45719"/>
          <a:lstStyle/>
          <a:p>
            <a:endParaRPr/>
          </a:p>
        </p:txBody>
      </p:sp>
      <p:pic>
        <p:nvPicPr>
          <p:cNvPr id="189" name="Google Shape;220;p2" descr="Google Shape;220;p2"/>
          <p:cNvPicPr>
            <a:picLocks noChangeAspect="1"/>
          </p:cNvPicPr>
          <p:nvPr/>
        </p:nvPicPr>
        <p:blipFill>
          <a:blip r:embed="rId2"/>
          <a:stretch>
            <a:fillRect/>
          </a:stretch>
        </p:blipFill>
        <p:spPr>
          <a:xfrm>
            <a:off x="863600" y="179387"/>
            <a:ext cx="7705725" cy="1371601"/>
          </a:xfrm>
          <a:prstGeom prst="rect">
            <a:avLst/>
          </a:prstGeom>
          <a:ln w="12700">
            <a:miter lim="400000"/>
          </a:ln>
        </p:spPr>
      </p:pic>
      <p:sp>
        <p:nvSpPr>
          <p:cNvPr id="190" name="FRAUD LENS:"/>
          <p:cNvSpPr txBox="1"/>
          <p:nvPr/>
        </p:nvSpPr>
        <p:spPr>
          <a:xfrm>
            <a:off x="4001115" y="2371762"/>
            <a:ext cx="2858453" cy="5480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200" b="1"/>
            </a:lvl1pPr>
          </a:lstStyle>
          <a:p>
            <a:r>
              <a:t>FRAUD LENS:</a:t>
            </a:r>
          </a:p>
        </p:txBody>
      </p:sp>
      <p:sp>
        <p:nvSpPr>
          <p:cNvPr id="191" name="An AI-Powered System for Detecting and Preventing E-Commerce Refund Abuse"/>
          <p:cNvSpPr txBox="1"/>
          <p:nvPr/>
        </p:nvSpPr>
        <p:spPr>
          <a:xfrm>
            <a:off x="1724491" y="2948729"/>
            <a:ext cx="7411701" cy="313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lvl1pPr>
          </a:lstStyle>
          <a:p>
            <a:r>
              <a:rPr dirty="0"/>
              <a:t>An AI-Powered System for Detecting and Preventing E-Commerce Refund Abuse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oogle Shape;226;p3"/>
          <p:cNvSpPr txBox="1"/>
          <p:nvPr/>
        </p:nvSpPr>
        <p:spPr>
          <a:xfrm>
            <a:off x="504825" y="431948"/>
            <a:ext cx="9070975" cy="5139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ct val="93000"/>
              </a:lnSpc>
              <a:defRPr sz="3600" b="1">
                <a:latin typeface="Times New Roman"/>
                <a:ea typeface="Times New Roman"/>
                <a:cs typeface="Times New Roman"/>
                <a:sym typeface="Times New Roman"/>
              </a:defRPr>
            </a:lvl1pPr>
          </a:lstStyle>
          <a:p>
            <a:r>
              <a:t>Outline</a:t>
            </a:r>
          </a:p>
        </p:txBody>
      </p:sp>
      <p:sp>
        <p:nvSpPr>
          <p:cNvPr id="194" name="Google Shape;227;p3"/>
          <p:cNvSpPr txBox="1"/>
          <p:nvPr/>
        </p:nvSpPr>
        <p:spPr>
          <a:xfrm>
            <a:off x="504824" y="1257886"/>
            <a:ext cx="9323389" cy="5408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Introduction</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Literature Survey of the Existing Systems</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Limitations of the Existing Systems</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Problem Statement </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Proposed  System Design</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Framework/Algorithm</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Technologies Stack for Proposed System</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Details of Database / Input to the System</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Implementation(Partial)</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Conclusion </a:t>
            </a:r>
          </a:p>
          <a:p>
            <a: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pPr>
            <a:r>
              <a:t>References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 1"/>
          <p:cNvSpPr txBox="1">
            <a:spLocks noGrp="1"/>
          </p:cNvSpPr>
          <p:nvPr>
            <p:ph type="title"/>
          </p:nvPr>
        </p:nvSpPr>
        <p:spPr>
          <a:xfrm>
            <a:off x="-4763" y="292223"/>
            <a:ext cx="10080626" cy="2307898"/>
          </a:xfrm>
          <a:prstGeom prst="rect">
            <a:avLst/>
          </a:prstGeom>
        </p:spPr>
        <p:txBody>
          <a:bodyPr/>
          <a:lstStyle/>
          <a:p>
            <a:pPr defTabSz="278892">
              <a:spcBef>
                <a:spcPts val="700"/>
              </a:spcBef>
              <a:defRPr sz="2806">
                <a:solidFill>
                  <a:srgbClr val="000000"/>
                </a:solidFill>
                <a:latin typeface="Times New Roman"/>
                <a:ea typeface="Times New Roman"/>
                <a:cs typeface="Times New Roman"/>
                <a:sym typeface="Times New Roman"/>
              </a:defRPr>
            </a:pPr>
            <a:endParaRPr/>
          </a:p>
          <a:p>
            <a:pPr marL="278892" indent="-278892" defTabSz="278892">
              <a:spcBef>
                <a:spcPts val="700"/>
              </a:spcBef>
              <a:tabLst>
                <a:tab pos="76200" algn="l"/>
                <a:tab pos="266700" algn="l"/>
              </a:tabLst>
              <a:defRPr sz="732">
                <a:solidFill>
                  <a:srgbClr val="000000"/>
                </a:solidFill>
                <a:latin typeface="Times Roman"/>
                <a:ea typeface="Times Roman"/>
                <a:cs typeface="Times Roman"/>
                <a:sym typeface="Times Roman"/>
              </a:defRPr>
            </a:pPr>
            <a:endParaRPr/>
          </a:p>
          <a:p>
            <a:pPr defTabSz="278892">
              <a:spcBef>
                <a:spcPts val="700"/>
              </a:spcBef>
              <a:defRPr sz="3050">
                <a:solidFill>
                  <a:srgbClr val="000000"/>
                </a:solidFill>
                <a:latin typeface="Times New Roman"/>
                <a:ea typeface="Times New Roman"/>
                <a:cs typeface="Times New Roman"/>
                <a:sym typeface="Times New Roman"/>
              </a:defRPr>
            </a:pPr>
            <a:endParaRPr/>
          </a:p>
          <a:p>
            <a:pPr defTabSz="278892">
              <a:spcBef>
                <a:spcPts val="700"/>
              </a:spcBef>
              <a:defRPr sz="3050">
                <a:solidFill>
                  <a:srgbClr val="000000"/>
                </a:solidFill>
                <a:latin typeface="Times New Roman"/>
                <a:ea typeface="Times New Roman"/>
                <a:cs typeface="Times New Roman"/>
                <a:sym typeface="Times New Roman"/>
              </a:defRPr>
            </a:pPr>
            <a:endParaRPr/>
          </a:p>
        </p:txBody>
      </p:sp>
      <p:sp>
        <p:nvSpPr>
          <p:cNvPr id="197" name="1.2 Motivation…"/>
          <p:cNvSpPr txBox="1"/>
          <p:nvPr/>
        </p:nvSpPr>
        <p:spPr>
          <a:xfrm>
            <a:off x="207483" y="2363203"/>
            <a:ext cx="8299168" cy="23131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457200">
              <a:spcBef>
                <a:spcPts val="1400"/>
              </a:spcBef>
              <a:defRPr sz="2000" b="1">
                <a:latin typeface="Times Roman"/>
                <a:ea typeface="Times Roman"/>
                <a:cs typeface="Times Roman"/>
                <a:sym typeface="Times Roman"/>
              </a:defRPr>
            </a:pPr>
            <a:r>
              <a:t>1.2 Motivation</a:t>
            </a:r>
          </a:p>
          <a:p>
            <a:pPr defTabSz="457200">
              <a:spcBef>
                <a:spcPts val="1200"/>
              </a:spcBef>
              <a:defRPr sz="1700">
                <a:latin typeface="Times Roman"/>
                <a:ea typeface="Times Roman"/>
                <a:cs typeface="Times Roman"/>
                <a:sym typeface="Times Roman"/>
              </a:defRPr>
            </a:pPr>
            <a:r>
              <a:t>Refund abuse results in huge financial losses for businesses and erodes trust between retailers and customers. Observations that motivated this project include:</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Rising fraud incidents despite existing controls.</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Genuine customers facing stricter policies due to a minority of abusers.</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The lack of scalable, AI-driven systems that adapt to evolving fraud tactics.</a:t>
            </a:r>
          </a:p>
        </p:txBody>
      </p:sp>
      <p:sp>
        <p:nvSpPr>
          <p:cNvPr id="198" name="Introduction…"/>
          <p:cNvSpPr txBox="1"/>
          <p:nvPr/>
        </p:nvSpPr>
        <p:spPr>
          <a:xfrm>
            <a:off x="231924" y="-6653"/>
            <a:ext cx="7726389" cy="23811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defTabSz="457200">
              <a:spcBef>
                <a:spcPts val="1600"/>
              </a:spcBef>
              <a:defRPr sz="2400" b="1">
                <a:latin typeface="Times New Roman"/>
                <a:ea typeface="Times New Roman"/>
                <a:cs typeface="Times New Roman"/>
                <a:sym typeface="Times New Roman"/>
              </a:defRPr>
            </a:pPr>
            <a:r>
              <a:t>Introduction</a:t>
            </a:r>
          </a:p>
          <a:p>
            <a:pPr algn="just" defTabSz="457200">
              <a:spcBef>
                <a:spcPts val="1400"/>
              </a:spcBef>
              <a:defRPr sz="2000" b="1">
                <a:latin typeface="Times New Roman"/>
                <a:ea typeface="Times New Roman"/>
                <a:cs typeface="Times New Roman"/>
                <a:sym typeface="Times New Roman"/>
              </a:defRPr>
            </a:pPr>
            <a:r>
              <a:t>1.1 Problem Domain and Real-Time Observations</a:t>
            </a:r>
          </a:p>
          <a:p>
            <a:pPr algn="just" defTabSz="457200">
              <a:spcBef>
                <a:spcPts val="1200"/>
              </a:spcBef>
              <a:defRPr sz="1700">
                <a:latin typeface="Times New Roman"/>
                <a:ea typeface="Times New Roman"/>
                <a:cs typeface="Times New Roman"/>
                <a:sym typeface="Times New Roman"/>
              </a:defRPr>
            </a:pPr>
            <a:r>
              <a:t>E-commerce has grown rapidly, offering convenience to millions of customers. However, it has also led to increasing cases of </a:t>
            </a:r>
            <a:r>
              <a:rPr b="1"/>
              <a:t>refund abuse</a:t>
            </a:r>
            <a:r>
              <a:t>, where customers misuse return and refund policies. Common practices include false non-delivery claims, returning counterfeit or damaged products, and repeatedly exploiting flexible return policies.</a:t>
            </a:r>
          </a:p>
        </p:txBody>
      </p:sp>
      <p:sp>
        <p:nvSpPr>
          <p:cNvPr id="199" name="1.3 Objectives…"/>
          <p:cNvSpPr txBox="1"/>
          <p:nvPr/>
        </p:nvSpPr>
        <p:spPr>
          <a:xfrm>
            <a:off x="214076" y="4715838"/>
            <a:ext cx="6674566" cy="24655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457200">
              <a:spcBef>
                <a:spcPts val="1400"/>
              </a:spcBef>
              <a:defRPr sz="2000" b="1">
                <a:latin typeface="Times Roman"/>
                <a:ea typeface="Times Roman"/>
                <a:cs typeface="Times Roman"/>
                <a:sym typeface="Times Roman"/>
              </a:defRPr>
            </a:pPr>
            <a:r>
              <a:t>1.3 Objectives</a:t>
            </a:r>
          </a:p>
          <a:p>
            <a:pPr defTabSz="457200">
              <a:spcBef>
                <a:spcPts val="1200"/>
              </a:spcBef>
              <a:defRPr sz="1700">
                <a:latin typeface="Times Roman"/>
                <a:ea typeface="Times Roman"/>
                <a:cs typeface="Times Roman"/>
                <a:sym typeface="Times Roman"/>
              </a:defRPr>
            </a:pPr>
            <a:r>
              <a:t>This project aims to:</a:t>
            </a:r>
          </a:p>
          <a:p>
            <a:pPr marL="457200" indent="-317500" defTabSz="457200">
              <a:spcBef>
                <a:spcPts val="1200"/>
              </a:spcBef>
              <a:buSzPct val="100000"/>
              <a:buFont typeface="Times Roman"/>
              <a:buAutoNum type="arabicPeriod"/>
              <a:defRPr sz="1700">
                <a:latin typeface="Times Roman"/>
                <a:ea typeface="Times Roman"/>
                <a:cs typeface="Times Roman"/>
                <a:sym typeface="Times Roman"/>
              </a:defRPr>
            </a:pPr>
            <a:r>
              <a:t>Detect refund abuse in real time using AI and behavioral analytics.</a:t>
            </a:r>
          </a:p>
          <a:p>
            <a:pPr marL="457200" indent="-317500" defTabSz="457200">
              <a:spcBef>
                <a:spcPts val="1200"/>
              </a:spcBef>
              <a:buSzPct val="100000"/>
              <a:buFont typeface="Times Roman"/>
              <a:buAutoNum type="arabicPeriod"/>
              <a:defRPr sz="1700">
                <a:latin typeface="Times Roman"/>
                <a:ea typeface="Times Roman"/>
                <a:cs typeface="Times Roman"/>
                <a:sym typeface="Times Roman"/>
              </a:defRPr>
            </a:pPr>
            <a:r>
              <a:t>Minimize false positives to protect genuine customers.</a:t>
            </a:r>
          </a:p>
          <a:p>
            <a:pPr marL="457200" indent="-317500" defTabSz="457200">
              <a:spcBef>
                <a:spcPts val="1200"/>
              </a:spcBef>
              <a:buSzPct val="100000"/>
              <a:buFont typeface="Times Roman"/>
              <a:buAutoNum type="arabicPeriod"/>
              <a:defRPr sz="1700">
                <a:latin typeface="Times Roman"/>
                <a:ea typeface="Times Roman"/>
                <a:cs typeface="Times Roman"/>
                <a:sym typeface="Times Roman"/>
              </a:defRPr>
            </a:pPr>
            <a:r>
              <a:t>Provide actionable insights for businesses to prevent losses.</a:t>
            </a:r>
          </a:p>
          <a:p>
            <a:pPr marL="457200" indent="-317500" defTabSz="457200">
              <a:spcBef>
                <a:spcPts val="1200"/>
              </a:spcBef>
              <a:buSzPct val="100000"/>
              <a:buFont typeface="Times Roman"/>
              <a:buAutoNum type="arabicPeriod"/>
              <a:defRPr sz="1700">
                <a:latin typeface="Times Roman"/>
                <a:ea typeface="Times Roman"/>
                <a:cs typeface="Times Roman"/>
                <a:sym typeface="Times Roman"/>
              </a:defRPr>
            </a:pPr>
            <a:r>
              <a:t>Build a scalable and adaptive fraud detection system.</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Literature Survey of the Existing Systems"/>
          <p:cNvSpPr txBox="1"/>
          <p:nvPr/>
        </p:nvSpPr>
        <p:spPr>
          <a:xfrm>
            <a:off x="477497" y="169195"/>
            <a:ext cx="5955417"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marL="430212" indent="-322261" algn="just">
              <a:lnSpc>
                <a:spcPct val="150000"/>
              </a:lnSpc>
              <a:buClr>
                <a:srgbClr val="000000"/>
              </a:buClr>
              <a:buSzPts val="2400"/>
              <a:buFont typeface="Helvetica"/>
              <a:buChar char="▪"/>
              <a:defRPr sz="2400" b="1">
                <a:latin typeface="Times New Roman"/>
                <a:ea typeface="Times New Roman"/>
                <a:cs typeface="Times New Roman"/>
                <a:sym typeface="Times New Roman"/>
              </a:defRPr>
            </a:lvl1pPr>
          </a:lstStyle>
          <a:p>
            <a:r>
              <a:t>Literature Survey of the Existing Systems</a:t>
            </a:r>
          </a:p>
        </p:txBody>
      </p:sp>
      <p:pic>
        <p:nvPicPr>
          <p:cNvPr id="202" name="Screenshot 2025-09-11 at 2.14.22 PM 2.jpg" descr="Screenshot 2025-09-11 at 2.14.22 PM 2.jpg"/>
          <p:cNvPicPr>
            <a:picLocks noChangeAspect="1"/>
          </p:cNvPicPr>
          <p:nvPr/>
        </p:nvPicPr>
        <p:blipFill>
          <a:blip r:embed="rId2"/>
          <a:stretch>
            <a:fillRect/>
          </a:stretch>
        </p:blipFill>
        <p:spPr>
          <a:xfrm>
            <a:off x="906807" y="1281125"/>
            <a:ext cx="7304132" cy="5227561"/>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Google Shape;247;p6"/>
          <p:cNvSpPr txBox="1"/>
          <p:nvPr/>
        </p:nvSpPr>
        <p:spPr>
          <a:xfrm>
            <a:off x="503237" y="807838"/>
            <a:ext cx="9070976" cy="281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nSpc>
                <a:spcPct val="93000"/>
              </a:lnSpc>
              <a:defRPr sz="2000" b="1">
                <a:latin typeface="Times New Roman"/>
                <a:ea typeface="Times New Roman"/>
                <a:cs typeface="Times New Roman"/>
                <a:sym typeface="Times New Roman"/>
              </a:defRPr>
            </a:lvl1pPr>
          </a:lstStyle>
          <a:p>
            <a:r>
              <a:t> Limitations of Existing Systems </a:t>
            </a:r>
          </a:p>
        </p:txBody>
      </p:sp>
      <p:sp>
        <p:nvSpPr>
          <p:cNvPr id="205" name="Limitations of Current Fraud Detection Systems (like Fraud Lens)`…"/>
          <p:cNvSpPr txBox="1"/>
          <p:nvPr/>
        </p:nvSpPr>
        <p:spPr>
          <a:xfrm>
            <a:off x="617269" y="1687097"/>
            <a:ext cx="7211241" cy="47400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457200">
              <a:spcBef>
                <a:spcPts val="1400"/>
              </a:spcBef>
              <a:defRPr sz="1700">
                <a:latin typeface="Times Roman"/>
                <a:ea typeface="Times Roman"/>
                <a:cs typeface="Times Roman"/>
                <a:sym typeface="Times Roman"/>
              </a:defRPr>
            </a:pPr>
            <a:r>
              <a:t>Limitations of Current Fraud Detection Systems (like Fraud Lens)`</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Data Dependency: Requires large, high-quality labelled data, which is often scarce or imbalanced.</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Adaptability: Struggles to keep up with evolving fraud tactics.</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Accuracy Issues: Prone to false positives (hurting customers) and false negatives (missing fraud).</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Scalability: Real-time processing of massive data streams demands heavy infrastructure.</a:t>
            </a:r>
          </a:p>
          <a:p>
            <a:pPr marL="457200" indent="-317500" defTabSz="457200">
              <a:spcBef>
                <a:spcPts val="1200"/>
              </a:spcBef>
              <a:buSzPct val="100000"/>
              <a:buFont typeface="Times Roman"/>
              <a:buChar char="•"/>
              <a:defRPr sz="1700">
                <a:latin typeface="Times Roman"/>
                <a:ea typeface="Times Roman"/>
                <a:cs typeface="Times Roman"/>
                <a:sym typeface="Times Roman"/>
              </a:defRPr>
            </a:pPr>
            <a:r>
              <a:t>Resource-Intensive: High costs, expertise, and maintenance limit adoption, especially for SMEs.</a:t>
            </a:r>
          </a:p>
          <a:p>
            <a:pPr defTabSz="457200">
              <a:spcBef>
                <a:spcPts val="1200"/>
              </a:spcBef>
              <a:defRPr sz="1700">
                <a:latin typeface="Times Roman"/>
                <a:ea typeface="Times Roman"/>
                <a:cs typeface="Times Roman"/>
                <a:sym typeface="Times Roman"/>
              </a:defRPr>
            </a:pPr>
            <a:r>
              <a:rPr b="1"/>
              <a:t>Consequences:</a:t>
            </a:r>
            <a:r>
              <a:t> Financial losses, reduced trust, poor customer experience, reputational damage, limited deployment in large marketplaces, and restricted use by smaller businesses.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roblem Statement"/>
          <p:cNvSpPr txBox="1"/>
          <p:nvPr/>
        </p:nvSpPr>
        <p:spPr>
          <a:xfrm>
            <a:off x="324364" y="572415"/>
            <a:ext cx="2688144" cy="3727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marL="430212" indent="-322261" algn="just">
              <a:lnSpc>
                <a:spcPct val="150000"/>
              </a:lnSpc>
              <a:buClr>
                <a:srgbClr val="000000"/>
              </a:buClr>
              <a:buSzPts val="2000"/>
              <a:buFont typeface="Helvetica"/>
              <a:buChar char="▪"/>
              <a:defRPr sz="2000" b="1">
                <a:latin typeface="Times New Roman"/>
                <a:ea typeface="Times New Roman"/>
                <a:cs typeface="Times New Roman"/>
                <a:sym typeface="Times New Roman"/>
              </a:defRPr>
            </a:lvl1pPr>
          </a:lstStyle>
          <a:p>
            <a:r>
              <a:t>Problem Statement </a:t>
            </a:r>
          </a:p>
        </p:txBody>
      </p:sp>
      <p:sp>
        <p:nvSpPr>
          <p:cNvPr id="208" name="The e-commerce industry faces significant challenges in managing and detecting fraudulent refund activities. Manual monitoring, time-consuming investigations, and the lack of intelligent automation hinder platforms from efficiently identifying and preven"/>
          <p:cNvSpPr txBox="1"/>
          <p:nvPr/>
        </p:nvSpPr>
        <p:spPr>
          <a:xfrm>
            <a:off x="30752" y="1525638"/>
            <a:ext cx="7852384" cy="29711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marL="450215" marR="109854" algn="just" defTabSz="457200">
              <a:lnSpc>
                <a:spcPct val="150000"/>
              </a:lnSpc>
              <a:spcBef>
                <a:spcPts val="1300"/>
              </a:spcBef>
              <a:defRPr sz="1700" spc="-12">
                <a:uFill>
                  <a:solidFill>
                    <a:srgbClr val="000000"/>
                  </a:solidFill>
                </a:uFill>
                <a:latin typeface="Times New Roman"/>
                <a:ea typeface="Times New Roman"/>
                <a:cs typeface="Times New Roman"/>
                <a:sym typeface="Times New Roman"/>
              </a:defRPr>
            </a:lvl1pPr>
          </a:lstStyle>
          <a:p>
            <a:pPr>
              <a:defRPr spc="0"/>
            </a:pPr>
            <a:r>
              <a:rPr spc="-12"/>
              <a:t>The e-commerce industry faces significant challenges in managing and detecting fraudulent refund activities. Manual monitoring, time-consuming investigations, and the lack of intelligent automation hinder platforms from efficiently identifying and preventing refund abuse. This often results in financial losses, reduced trust among stakeholders, and compromised customer experiences. As refund fraud schemes evolve rapidly, existing systems struggle to adapt, creating a pressing need for scalable, AI-powered solutions to detect and mitigate refund abuse in real time.</a:t>
            </a:r>
            <a:endParaRPr b="1" spc="-12"/>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Google Shape;275;p10"/>
          <p:cNvSpPr txBox="1"/>
          <p:nvPr/>
        </p:nvSpPr>
        <p:spPr>
          <a:xfrm>
            <a:off x="503237" y="789327"/>
            <a:ext cx="9070976" cy="318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nSpc>
                <a:spcPct val="93000"/>
              </a:lnSpc>
              <a:defRPr sz="2200" b="1">
                <a:latin typeface="Times New Roman"/>
                <a:ea typeface="Times New Roman"/>
                <a:cs typeface="Times New Roman"/>
                <a:sym typeface="Times New Roman"/>
              </a:defRPr>
            </a:lvl1pPr>
          </a:lstStyle>
          <a:p>
            <a:r>
              <a:t>Technology Stack for Proposed System</a:t>
            </a:r>
          </a:p>
        </p:txBody>
      </p:sp>
      <p:sp>
        <p:nvSpPr>
          <p:cNvPr id="211" name="Google Shape;276;p10"/>
          <p:cNvSpPr txBox="1"/>
          <p:nvPr/>
        </p:nvSpPr>
        <p:spPr>
          <a:xfrm>
            <a:off x="439424" y="1835150"/>
            <a:ext cx="9089063" cy="3436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marL="342900" indent="-342900" algn="just">
              <a:buClr>
                <a:srgbClr val="000000"/>
              </a:buClr>
              <a:buSzPts val="2400"/>
              <a:buFont typeface="Arial"/>
              <a:buChar char="•"/>
              <a:defRPr sz="2400">
                <a:latin typeface="Times New Roman"/>
                <a:ea typeface="Times New Roman"/>
                <a:cs typeface="Times New Roman"/>
                <a:sym typeface="Times New Roman"/>
              </a:defRPr>
            </a:pPr>
            <a:r>
              <a:rPr lang="en-IN" dirty="0"/>
              <a:t>Python</a:t>
            </a:r>
          </a:p>
          <a:p>
            <a:pPr marL="342900" indent="-342900" algn="just">
              <a:buClr>
                <a:srgbClr val="000000"/>
              </a:buClr>
              <a:buSzPts val="2400"/>
              <a:buFont typeface="Arial"/>
              <a:buChar char="•"/>
              <a:defRPr sz="2400">
                <a:latin typeface="Times New Roman"/>
                <a:ea typeface="Times New Roman"/>
                <a:cs typeface="Times New Roman"/>
                <a:sym typeface="Times New Roman"/>
              </a:defRPr>
            </a:pPr>
            <a:r>
              <a:rPr lang="en-IN" dirty="0"/>
              <a:t>HTML</a:t>
            </a:r>
          </a:p>
          <a:p>
            <a:pPr marL="342900" indent="-342900" algn="just">
              <a:buClr>
                <a:srgbClr val="000000"/>
              </a:buClr>
              <a:buSzPts val="2400"/>
              <a:buFont typeface="Arial"/>
              <a:buChar char="•"/>
              <a:defRPr sz="2400">
                <a:latin typeface="Times New Roman"/>
                <a:ea typeface="Times New Roman"/>
                <a:cs typeface="Times New Roman"/>
                <a:sym typeface="Times New Roman"/>
              </a:defRPr>
            </a:pPr>
            <a:r>
              <a:rPr lang="en-IN" dirty="0" err="1"/>
              <a:t>XGBoost</a:t>
            </a:r>
            <a:endParaRPr lang="en-IN" dirty="0"/>
          </a:p>
          <a:p>
            <a:pPr marL="342900" indent="-342900" algn="just">
              <a:buClr>
                <a:srgbClr val="000000"/>
              </a:buClr>
              <a:buSzPts val="2400"/>
              <a:buFont typeface="Arial"/>
              <a:buChar char="•"/>
              <a:defRPr sz="2400">
                <a:latin typeface="Times New Roman"/>
                <a:ea typeface="Times New Roman"/>
                <a:cs typeface="Times New Roman"/>
                <a:sym typeface="Times New Roman"/>
              </a:defRPr>
            </a:pPr>
            <a:r>
              <a:rPr lang="en-IN" dirty="0" err="1"/>
              <a:t>FuzzyWuzzy</a:t>
            </a:r>
            <a:endParaRPr lang="en-IN" dirty="0"/>
          </a:p>
          <a:p>
            <a:pPr marL="342900" indent="-342900" algn="just">
              <a:buClr>
                <a:srgbClr val="000000"/>
              </a:buClr>
              <a:buSzPts val="2400"/>
              <a:buFont typeface="Arial"/>
              <a:buChar char="•"/>
              <a:defRPr sz="2400">
                <a:latin typeface="Times New Roman"/>
                <a:ea typeface="Times New Roman"/>
                <a:cs typeface="Times New Roman"/>
                <a:sym typeface="Times New Roman"/>
              </a:defRPr>
            </a:pPr>
            <a:r>
              <a:rPr lang="en-IN" dirty="0"/>
              <a:t>Flask</a:t>
            </a:r>
            <a:endParaRPr dirty="0"/>
          </a:p>
          <a:p>
            <a:pPr marL="190500" indent="-38100" algn="just">
              <a:spcBef>
                <a:spcPts val="400"/>
              </a:spcBef>
              <a:defRPr sz="2400">
                <a:latin typeface="Times New Roman"/>
                <a:ea typeface="Times New Roman"/>
                <a:cs typeface="Times New Roman"/>
                <a:sym typeface="Times New Roman"/>
              </a:defRPr>
            </a:pPr>
            <a:endParaRPr dirty="0"/>
          </a:p>
          <a:p>
            <a:pPr marL="215900" indent="-88900" algn="just">
              <a:spcBef>
                <a:spcPts val="400"/>
              </a:spcBef>
              <a:defRPr sz="2000"/>
            </a:pPr>
            <a:endParaRPr dirty="0"/>
          </a:p>
          <a:p>
            <a:pPr marL="215900" indent="-88900" algn="just">
              <a:spcBef>
                <a:spcPts val="400"/>
              </a:spcBef>
              <a:defRPr sz="2000"/>
            </a:pPr>
            <a:endParaRPr dirty="0"/>
          </a:p>
          <a:p>
            <a:pPr marL="342900" indent="-342900" algn="just">
              <a:spcBef>
                <a:spcPts val="400"/>
              </a:spcBef>
              <a:defRPr sz="2000"/>
            </a:pPr>
            <a:endParaRPr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Google Shape;288;p12"/>
          <p:cNvSpPr txBox="1"/>
          <p:nvPr/>
        </p:nvSpPr>
        <p:spPr>
          <a:xfrm>
            <a:off x="500062" y="388099"/>
            <a:ext cx="9070976" cy="513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93000"/>
              </a:lnSpc>
              <a:defRPr sz="3600" b="1">
                <a:latin typeface="Times New Roman"/>
                <a:ea typeface="Times New Roman"/>
                <a:cs typeface="Times New Roman"/>
                <a:sym typeface="Times New Roman"/>
              </a:defRPr>
            </a:pPr>
            <a:r>
              <a:rPr sz="2000"/>
              <a:t>Implementation</a:t>
            </a:r>
            <a:r>
              <a:t> </a:t>
            </a:r>
          </a:p>
        </p:txBody>
      </p:sp>
      <p:pic>
        <p:nvPicPr>
          <p:cNvPr id="2" name="Picture 1">
            <a:extLst>
              <a:ext uri="{FF2B5EF4-FFF2-40B4-BE49-F238E27FC236}">
                <a16:creationId xmlns:a16="http://schemas.microsoft.com/office/drawing/2014/main" id="{59C0E872-BD46-637A-25CD-5CE249662F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231" y="1287624"/>
            <a:ext cx="7314161" cy="4004300"/>
          </a:xfrm>
          <a:prstGeom prst="rect">
            <a:avLst/>
          </a:prstGeom>
          <a:ln w="19050">
            <a:solidFill>
              <a:schemeClr val="tx1"/>
            </a:solidFill>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F823-A745-8052-044A-F8AF29968873}"/>
            </a:ext>
          </a:extLst>
        </p:cNvPr>
        <p:cNvGrpSpPr/>
        <p:nvPr/>
      </p:nvGrpSpPr>
      <p:grpSpPr>
        <a:xfrm>
          <a:off x="0" y="0"/>
          <a:ext cx="0" cy="0"/>
          <a:chOff x="0" y="0"/>
          <a:chExt cx="0" cy="0"/>
        </a:xfrm>
      </p:grpSpPr>
      <p:sp>
        <p:nvSpPr>
          <p:cNvPr id="213" name="Google Shape;288;p12">
            <a:extLst>
              <a:ext uri="{FF2B5EF4-FFF2-40B4-BE49-F238E27FC236}">
                <a16:creationId xmlns:a16="http://schemas.microsoft.com/office/drawing/2014/main" id="{D597972D-1825-6017-3673-88333164C4DA}"/>
              </a:ext>
            </a:extLst>
          </p:cNvPr>
          <p:cNvSpPr txBox="1"/>
          <p:nvPr/>
        </p:nvSpPr>
        <p:spPr>
          <a:xfrm>
            <a:off x="500062" y="388099"/>
            <a:ext cx="9070976" cy="513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93000"/>
              </a:lnSpc>
              <a:defRPr sz="3600" b="1">
                <a:latin typeface="Times New Roman"/>
                <a:ea typeface="Times New Roman"/>
                <a:cs typeface="Times New Roman"/>
                <a:sym typeface="Times New Roman"/>
              </a:defRPr>
            </a:pPr>
            <a:r>
              <a:rPr sz="2000" dirty="0"/>
              <a:t>Implementation</a:t>
            </a:r>
            <a:r>
              <a:rPr dirty="0"/>
              <a:t> </a:t>
            </a:r>
          </a:p>
        </p:txBody>
      </p:sp>
      <p:pic>
        <p:nvPicPr>
          <p:cNvPr id="3" name="Picture 2">
            <a:extLst>
              <a:ext uri="{FF2B5EF4-FFF2-40B4-BE49-F238E27FC236}">
                <a16:creationId xmlns:a16="http://schemas.microsoft.com/office/drawing/2014/main" id="{4AB8478A-168C-5882-EE8F-69FCCA04BD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062" y="1511559"/>
            <a:ext cx="7188362" cy="3605491"/>
          </a:xfrm>
          <a:prstGeom prst="rect">
            <a:avLst/>
          </a:prstGeom>
          <a:ln w="19050">
            <a:solidFill>
              <a:schemeClr val="tx1"/>
            </a:solidFill>
          </a:ln>
        </p:spPr>
      </p:pic>
    </p:spTree>
    <p:extLst>
      <p:ext uri="{BB962C8B-B14F-4D97-AF65-F5344CB8AC3E}">
        <p14:creationId xmlns:p14="http://schemas.microsoft.com/office/powerpoint/2010/main" val="384608861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CA26A-8602-4383-C1D7-5D86739B1C8E}"/>
            </a:ext>
          </a:extLst>
        </p:cNvPr>
        <p:cNvGrpSpPr/>
        <p:nvPr/>
      </p:nvGrpSpPr>
      <p:grpSpPr>
        <a:xfrm>
          <a:off x="0" y="0"/>
          <a:ext cx="0" cy="0"/>
          <a:chOff x="0" y="0"/>
          <a:chExt cx="0" cy="0"/>
        </a:xfrm>
      </p:grpSpPr>
      <p:sp>
        <p:nvSpPr>
          <p:cNvPr id="213" name="Google Shape;288;p12">
            <a:extLst>
              <a:ext uri="{FF2B5EF4-FFF2-40B4-BE49-F238E27FC236}">
                <a16:creationId xmlns:a16="http://schemas.microsoft.com/office/drawing/2014/main" id="{8665E1C1-418A-8F66-537C-05F5E3034C85}"/>
              </a:ext>
            </a:extLst>
          </p:cNvPr>
          <p:cNvSpPr txBox="1"/>
          <p:nvPr/>
        </p:nvSpPr>
        <p:spPr>
          <a:xfrm>
            <a:off x="500062" y="388099"/>
            <a:ext cx="9070976" cy="513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93000"/>
              </a:lnSpc>
              <a:defRPr sz="3600" b="1">
                <a:latin typeface="Times New Roman"/>
                <a:ea typeface="Times New Roman"/>
                <a:cs typeface="Times New Roman"/>
                <a:sym typeface="Times New Roman"/>
              </a:defRPr>
            </a:pPr>
            <a:r>
              <a:rPr sz="2000" dirty="0"/>
              <a:t>Implementation</a:t>
            </a:r>
            <a:r>
              <a:rPr dirty="0"/>
              <a:t> </a:t>
            </a:r>
          </a:p>
        </p:txBody>
      </p:sp>
      <p:pic>
        <p:nvPicPr>
          <p:cNvPr id="2" name="Picture 1">
            <a:extLst>
              <a:ext uri="{FF2B5EF4-FFF2-40B4-BE49-F238E27FC236}">
                <a16:creationId xmlns:a16="http://schemas.microsoft.com/office/drawing/2014/main" id="{D42BBEAD-B72B-2D6A-BF05-0A42A78AFE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394" y="1399593"/>
            <a:ext cx="7161374" cy="3760236"/>
          </a:xfrm>
          <a:prstGeom prst="rect">
            <a:avLst/>
          </a:prstGeom>
          <a:ln w="19050">
            <a:solidFill>
              <a:schemeClr val="tx1"/>
            </a:solidFill>
          </a:ln>
        </p:spPr>
      </p:pic>
    </p:spTree>
    <p:extLst>
      <p:ext uri="{BB962C8B-B14F-4D97-AF65-F5344CB8AC3E}">
        <p14:creationId xmlns:p14="http://schemas.microsoft.com/office/powerpoint/2010/main" val="20139561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95;p13"/>
          <p:cNvSpPr txBox="1"/>
          <p:nvPr/>
        </p:nvSpPr>
        <p:spPr>
          <a:xfrm>
            <a:off x="503237" y="691504"/>
            <a:ext cx="9070976" cy="513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nSpc>
                <a:spcPct val="93000"/>
              </a:lnSpc>
              <a:defRPr sz="3600" b="1">
                <a:latin typeface="Times New Roman"/>
                <a:ea typeface="Times New Roman"/>
                <a:cs typeface="Times New Roman"/>
                <a:sym typeface="Times New Roman"/>
              </a:defRPr>
            </a:lvl1pPr>
          </a:lstStyle>
          <a:p>
            <a:r>
              <a:rPr lang="en-IN" dirty="0"/>
              <a:t>Block Diagram</a:t>
            </a:r>
            <a:r>
              <a:rPr dirty="0"/>
              <a:t> </a:t>
            </a:r>
          </a:p>
        </p:txBody>
      </p:sp>
      <p:sp>
        <p:nvSpPr>
          <p:cNvPr id="3" name="AutoShape 4">
            <a:extLst>
              <a:ext uri="{FF2B5EF4-FFF2-40B4-BE49-F238E27FC236}">
                <a16:creationId xmlns:a16="http://schemas.microsoft.com/office/drawing/2014/main" id="{C510E423-7F56-CCD5-4D29-FE7BAFBE8F93}"/>
              </a:ext>
            </a:extLst>
          </p:cNvPr>
          <p:cNvSpPr>
            <a:spLocks noChangeAspect="1" noChangeArrowheads="1"/>
          </p:cNvSpPr>
          <p:nvPr/>
        </p:nvSpPr>
        <p:spPr bwMode="auto">
          <a:xfrm>
            <a:off x="4883150" y="36258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a:extLst>
              <a:ext uri="{FF2B5EF4-FFF2-40B4-BE49-F238E27FC236}">
                <a16:creationId xmlns:a16="http://schemas.microsoft.com/office/drawing/2014/main" id="{AFFFB4DE-DBB0-C0F3-0CA2-C3E31CAF9D61}"/>
              </a:ext>
            </a:extLst>
          </p:cNvPr>
          <p:cNvSpPr>
            <a:spLocks noChangeAspect="1" noChangeArrowheads="1"/>
          </p:cNvSpPr>
          <p:nvPr/>
        </p:nvSpPr>
        <p:spPr bwMode="auto">
          <a:xfrm>
            <a:off x="5035550" y="37782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8">
            <a:extLst>
              <a:ext uri="{FF2B5EF4-FFF2-40B4-BE49-F238E27FC236}">
                <a16:creationId xmlns:a16="http://schemas.microsoft.com/office/drawing/2014/main" id="{F73230F8-345F-5A9D-9F20-9A0E234B1B83}"/>
              </a:ext>
            </a:extLst>
          </p:cNvPr>
          <p:cNvSpPr>
            <a:spLocks noChangeAspect="1" noChangeArrowheads="1"/>
          </p:cNvSpPr>
          <p:nvPr/>
        </p:nvSpPr>
        <p:spPr bwMode="auto">
          <a:xfrm>
            <a:off x="5187950" y="39306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15D6FCEE-E530-1D41-68AE-955B594904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3236" y="1455626"/>
            <a:ext cx="7455421" cy="5128054"/>
          </a:xfrm>
          <a:prstGeom prst="rect">
            <a:avLst/>
          </a:prstGeom>
          <a:ln w="19050">
            <a:solidFill>
              <a:schemeClr val="tx1"/>
            </a:solidFill>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Google Shape;310;p15"/>
          <p:cNvSpPr txBox="1"/>
          <p:nvPr/>
        </p:nvSpPr>
        <p:spPr>
          <a:xfrm>
            <a:off x="647700" y="3447404"/>
            <a:ext cx="9070975" cy="513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ct val="93000"/>
              </a:lnSpc>
              <a:defRPr sz="3600" b="1">
                <a:latin typeface="Times New Roman"/>
                <a:ea typeface="Times New Roman"/>
                <a:cs typeface="Times New Roman"/>
                <a:sym typeface="Times New Roman"/>
              </a:defRPr>
            </a:lvl1pPr>
          </a:lstStyle>
          <a:p>
            <a:r>
              <a:t>Thank You...!!</a:t>
            </a:r>
          </a:p>
        </p:txBody>
      </p:sp>
    </p:spTree>
  </p:cSld>
  <p:clrMapOvr>
    <a:masterClrMapping/>
  </p:clrMapOvr>
  <p:transition spd="med"/>
</p:sld>
</file>

<file path=ppt/theme/theme1.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8F8F8F"/>
      </a:accent3>
      <a:accent4>
        <a:srgbClr val="357286"/>
      </a:accent4>
      <a:accent5>
        <a:srgbClr val="1A496D"/>
      </a:accent5>
      <a:accent6>
        <a:srgbClr val="6E6E6E"/>
      </a:accent6>
      <a:hlink>
        <a:srgbClr val="0000FF"/>
      </a:hlink>
      <a:folHlink>
        <a:srgbClr val="FF00FF"/>
      </a:folHlink>
    </a:clrScheme>
    <a:fontScheme name="Facet">
      <a:majorFont>
        <a:latin typeface="Helvetica"/>
        <a:ea typeface="Helvetica"/>
        <a:cs typeface="Helvetica"/>
      </a:majorFont>
      <a:minorFont>
        <a:latin typeface="Arial"/>
        <a:ea typeface="Arial"/>
        <a:cs typeface="Arial"/>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8F8F8F"/>
      </a:accent3>
      <a:accent4>
        <a:srgbClr val="357286"/>
      </a:accent4>
      <a:accent5>
        <a:srgbClr val="1A496D"/>
      </a:accent5>
      <a:accent6>
        <a:srgbClr val="6E6E6E"/>
      </a:accent6>
      <a:hlink>
        <a:srgbClr val="0000FF"/>
      </a:hlink>
      <a:folHlink>
        <a:srgbClr val="FF00FF"/>
      </a:folHlink>
    </a:clrScheme>
    <a:fontScheme name="Facet">
      <a:majorFont>
        <a:latin typeface="Helvetica"/>
        <a:ea typeface="Helvetica"/>
        <a:cs typeface="Helvetica"/>
      </a:majorFont>
      <a:minorFont>
        <a:latin typeface="Arial"/>
        <a:ea typeface="Arial"/>
        <a:cs typeface="Arial"/>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TotalTime>
  <Words>462</Words>
  <Application>Microsoft Office PowerPoint</Application>
  <PresentationFormat>Custom</PresentationFormat>
  <Paragraphs>64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Helvetica</vt:lpstr>
      <vt:lpstr>Times Roman</vt:lpstr>
      <vt:lpstr>Trebuchet MS</vt:lpstr>
      <vt:lpstr>Facet</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vedant060904@outlook.com</cp:lastModifiedBy>
  <cp:revision>1</cp:revision>
  <dcterms:modified xsi:type="dcterms:W3CDTF">2026-02-13T05:54:19Z</dcterms:modified>
</cp:coreProperties>
</file>